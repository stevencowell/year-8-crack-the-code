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0468581514bd0" /><Relationship Type="http://schemas.openxmlformats.org/officeDocument/2006/relationships/extended-properties" Target="/docProps/app.xml" Id="R4a82fe9c443b43ae" /><Relationship Type="http://schemas.openxmlformats.org/officeDocument/2006/relationships/officeDocument" Target="/ppt/presentation.xml" Id="Rc504d89292f840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ec894769644718"/>
  </p:sldMasterIdLst>
  <p:notesMasterIdLst>
    <p:notesMasterId xmlns:r="http://schemas.openxmlformats.org/officeDocument/2006/relationships" r:id="Rbed678cf789c410c"/>
  </p:notesMasterIdLst>
  <p:sldIdLst>
    <p:sldId xmlns:r="http://schemas.openxmlformats.org/officeDocument/2006/relationships" id="256" r:id="Rca1965f935a445b8"/>
    <p:sldId xmlns:r="http://schemas.openxmlformats.org/officeDocument/2006/relationships" id="257" r:id="Rb1726c7624c64351"/>
    <p:sldId xmlns:r="http://schemas.openxmlformats.org/officeDocument/2006/relationships" id="258" r:id="R3872a01f2c5649c6"/>
    <p:sldId xmlns:r="http://schemas.openxmlformats.org/officeDocument/2006/relationships" id="259" r:id="Re43645e973a2473d"/>
    <p:sldId xmlns:r="http://schemas.openxmlformats.org/officeDocument/2006/relationships" id="260" r:id="R137f8ea96f994298"/>
    <p:sldId xmlns:r="http://schemas.openxmlformats.org/officeDocument/2006/relationships" id="261" r:id="Ra23813e9871440b9"/>
    <p:sldId xmlns:r="http://schemas.openxmlformats.org/officeDocument/2006/relationships" id="262" r:id="R0e5af6811acb4e28"/>
    <p:sldId xmlns:r="http://schemas.openxmlformats.org/officeDocument/2006/relationships" id="263" r:id="R7db0de907ca345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b457f17f154407" /><Relationship Type="http://schemas.openxmlformats.org/officeDocument/2006/relationships/slideMaster" Target="/ppt/slideMasters/slideMaster1.xml" Id="Rbeec894769644718" /><Relationship Type="http://schemas.openxmlformats.org/officeDocument/2006/relationships/notesMaster" Target="/ppt/notesMasters/notesMaster1.xml" Id="Rbed678cf789c410c" /><Relationship Type="http://schemas.openxmlformats.org/officeDocument/2006/relationships/presProps" Target="/ppt/presProps.xml" Id="R566a5ceab08b45b5" /><Relationship Type="http://schemas.openxmlformats.org/officeDocument/2006/relationships/tableStyles" Target="/ppt/tableStyles.xml" Id="R50e1ae2734924261" /><Relationship Type="http://schemas.openxmlformats.org/officeDocument/2006/relationships/slide" Target="/ppt/slides/slide1.xml" Id="Rca1965f935a445b8" /><Relationship Type="http://schemas.openxmlformats.org/officeDocument/2006/relationships/slide" Target="/ppt/slides/slide2.xml" Id="Rb1726c7624c64351" /><Relationship Type="http://schemas.openxmlformats.org/officeDocument/2006/relationships/slide" Target="/ppt/slides/slide3.xml" Id="R3872a01f2c5649c6" /><Relationship Type="http://schemas.openxmlformats.org/officeDocument/2006/relationships/slide" Target="/ppt/slides/slide4.xml" Id="Re43645e973a2473d" /><Relationship Type="http://schemas.openxmlformats.org/officeDocument/2006/relationships/slide" Target="/ppt/slides/slide5.xml" Id="R137f8ea96f994298" /><Relationship Type="http://schemas.openxmlformats.org/officeDocument/2006/relationships/slide" Target="/ppt/slides/slide6.xml" Id="Ra23813e9871440b9" /><Relationship Type="http://schemas.openxmlformats.org/officeDocument/2006/relationships/slide" Target="/ppt/slides/slide7.xml" Id="R0e5af6811acb4e28" /><Relationship Type="http://schemas.openxmlformats.org/officeDocument/2006/relationships/slide" Target="/ppt/slides/slide8.xml" Id="R7db0de907ca345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33716097b6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e16b2b708e4db2" /><Relationship Type="http://schemas.openxmlformats.org/officeDocument/2006/relationships/notesMaster" Target="/ppt/notesMasters/notesMaster1.xml" Id="R9adab7c761b440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defd8a092d4e1f" /><Relationship Type="http://schemas.openxmlformats.org/officeDocument/2006/relationships/notesMaster" Target="/ppt/notesMasters/notesMaster1.xml" Id="Rd83fba90229248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46539b003a40c0" /><Relationship Type="http://schemas.openxmlformats.org/officeDocument/2006/relationships/notesMaster" Target="/ppt/notesMasters/notesMaster1.xml" Id="Rccb0de0e9d53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45847ce687480a" /><Relationship Type="http://schemas.openxmlformats.org/officeDocument/2006/relationships/notesMaster" Target="/ppt/notesMasters/notesMaster1.xml" Id="R53406b61cb6c48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eab1e28184423b" /><Relationship Type="http://schemas.openxmlformats.org/officeDocument/2006/relationships/notesMaster" Target="/ppt/notesMasters/notesMaster1.xml" Id="Rebcba695ada74c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e49c6f42894b9b" /><Relationship Type="http://schemas.openxmlformats.org/officeDocument/2006/relationships/notesMaster" Target="/ppt/notesMasters/notesMaster1.xml" Id="R95451c21094b41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3e97a0c44149d3" /><Relationship Type="http://schemas.openxmlformats.org/officeDocument/2006/relationships/notesMaster" Target="/ppt/notesMasters/notesMaster1.xml" Id="R91491a32754e4c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e1a20eb5c748c7" /><Relationship Type="http://schemas.openxmlformats.org/officeDocument/2006/relationships/notesMaster" Target="/ppt/notesMasters/notesMaster1.xml" Id="Rdcb57211787449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title to preview the module’s purpose. Ask students to connect it with the previous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all three theory sections. Ask students to predict how the ideas connect.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Analogue readings show a range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Mapping converts ranges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Calibrate before judging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aloud or on paper. Do not reveal website quiz answers; use responses to decide which theory section to revisit.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full answer. Direct students back to the precise section and ask which evidence actually answers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quick written or verbal exit ticket. The response should show the module idea, not merely repeat a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6c981e91448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1cda3533134660" /><Relationship Type="http://schemas.openxmlformats.org/officeDocument/2006/relationships/slideLayout" Target="/ppt/slideLayouts/slideLayout1.xml" Id="Rfc2fe063658043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2fe063658043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0a90958a443ac" /><Relationship Type="http://schemas.openxmlformats.org/officeDocument/2006/relationships/notesSlide" Target="/ppt/notesSlides/notesSlide1.xml" Id="R36b564f076644c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2f0ba5bed42c8" /><Relationship Type="http://schemas.openxmlformats.org/officeDocument/2006/relationships/notesSlide" Target="/ppt/notesSlides/notesSlide2.xml" Id="R868f39af4edd4c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b1ab5314448f8" /><Relationship Type="http://schemas.openxmlformats.org/officeDocument/2006/relationships/notesSlide" Target="/ppt/notesSlides/notesSlide3.xml" Id="R826a09ab197e49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7d06f29ba41e7" /><Relationship Type="http://schemas.openxmlformats.org/officeDocument/2006/relationships/notesSlide" Target="/ppt/notesSlides/notesSlide4.xml" Id="R1d9a48bda9ec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6798328284b69" /><Relationship Type="http://schemas.openxmlformats.org/officeDocument/2006/relationships/notesSlide" Target="/ppt/notesSlides/notesSlide5.xml" Id="R26f1d8be0fe743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4e20a4ada4398" /><Relationship Type="http://schemas.openxmlformats.org/officeDocument/2006/relationships/notesSlide" Target="/ppt/notesSlides/notesSlide6.xml" Id="Ra7d9a03ebf3546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b6c8a0d354364" /><Relationship Type="http://schemas.openxmlformats.org/officeDocument/2006/relationships/notesSlide" Target="/ppt/notesSlides/notesSlide7.xml" Id="Red4770551d7b43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bfc1b7b044592" /><Relationship Type="http://schemas.openxmlformats.org/officeDocument/2006/relationships/notesSlide" Target="/ppt/notesSlides/notesSlide8.xml" Id="R0f1a75ab2fba45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163BB-FF7A-46B0-9F7D-A5EA83BC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FF"/>
                </a:solidFill>
              </a:defRPr>
            </a:pPr>
            <a:r>
              <a:rPr sz="1350" b="1">
                <a:solidFill>
                  <a:srgbClr val="38D9FF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97C25-77D5-4FFA-989A-A5DB322F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Read changing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8A7E3-46F8-4575-969F-55A8E9F3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E6EE"/>
                </a:solidFill>
              </a:defRPr>
            </a:pPr>
            <a:r>
              <a:rPr sz="1875" b="0">
                <a:solidFill>
                  <a:srgbClr val="C9E6EE"/>
                </a:solidFill>
              </a:rPr>
              <a:t>Measure a range, convert it and calibrate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1D319-553E-48B4-BAC8-BDD82B13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TEN-WEEK YEAR 7–8 TECHNOLOGY COURSE</a:t>
            </a:r>
          </a:p>
        </p:txBody>
      </p:sp>
    </p:spTree>
    <p:extLst>
      <p:ext uri="{BB962C8B-B14F-4D97-AF65-F5344CB8AC3E}">
        <p14:creationId xmlns:p14="http://schemas.microsoft.com/office/powerpoint/2010/main" val="2140987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9D023-9806-4644-BE17-BCFFC203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B81B7-EF71-4FE1-955A-15DD2145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ROADMAP  ·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257D5-98FF-437E-A361-F1A01120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B"/>
                </a:solidFill>
              </a:defRPr>
            </a:pPr>
            <a:r>
              <a:rPr sz="3000" b="1">
                <a:solidFill>
                  <a:srgbClr val="071A2B"/>
                </a:solidFill>
              </a:rPr>
              <a:t>Three ideas build one stronger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F4827-2835-4210-95FE-0452505B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E74DB-508E-4672-B61D-3A4B2B85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Analogue readings show a range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949A3-E0D7-4F05-9B62-9B5833C1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The potentiometer on A5 reports many possible numeric levels.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0F2A8-5769-4843-AA9F-8503AA3C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86F7D-DD2F-4522-B1DB-82669639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Mapping converts ranges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E9C73-8EEA-4C2B-A679-74D0B1A8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map() turns measured input data into useful control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1EE68-E886-4618-A809-4A63BFFD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F3CC7-98F7-487E-8234-E7F88E15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Calibrate before judging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E8271-0027-4CD3-8475-A6258F10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Real observations justify thresholds and range endpoints.</a:t>
            </a:r>
          </a:p>
        </p:txBody>
      </p:sp>
    </p:spTree>
    <p:extLst>
      <p:ext uri="{BB962C8B-B14F-4D97-AF65-F5344CB8AC3E}">
        <p14:creationId xmlns:p14="http://schemas.microsoft.com/office/powerpoint/2010/main" val="1136314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73F2A-F054-49AD-ADCB-D46EFF1D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717DC-1C8E-4E97-AB68-951A2E15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4.1  ·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86C2E-5D1D-4C59-A033-43980203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Analogue readings show a range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72522-97FB-4E05-A09D-C6ADF740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The potentiometer on A5 reports many possible numeric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E89CC-0631-43BA-BA39-B73ADFAB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F8D71-0F98-4F6A-8C4A-9F0F64D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A9BE8-4A74-4D9E-BC0A-F5B70E4D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F47D6-A4E8-4366-BFE6-FAB1035E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A2A79-74DF-49C4-8B43-0F66A5C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A5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C49ED-3C07-4730-A412-2E6F1B0C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602DD-8560-4126-A3CA-2E75BF90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9AAB7-5D13-4C70-BF5F-D17523CF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4477B-9716-40CF-9C64-F9D3739E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139955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A6769-12F1-4FD1-89C8-3E7EF455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9DEE9-70CB-4DE0-A512-DD5D4D96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4.2  ·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A5A5E-1A10-4407-9008-5ECB09A5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Mapping converts ranges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7D3FA-43C1-4F00-9795-E36C2E3A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map() turns measured input data into useful control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F7D9C-235A-4B99-8C4B-E4E1AA6B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13C0A-CD27-46EB-92E8-8F6B6D3C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INPUT RANGE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4F9CA-62E5-4C97-9D92-D1910CAE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585EC-D5D2-4111-9710-66618548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96ACD-654E-49FD-A797-921507BA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12AF0-FA45-4B2A-9D0A-96EF21FB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1E1C5-DC94-47C6-99CE-2402DE73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CF013-6FE3-4BBF-8629-6E57951D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OUTPUT RANGE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AD5D6-3C4D-430D-8757-0FC133E6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834227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55A00-BB60-4C91-BBED-87FAB6D2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4FA04-D8F9-4373-8D5A-99AF292C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4.3  ·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7FDAB-E2D6-499B-8E98-39222652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Calibrate before judging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F24E9-D9B3-4E1F-8E04-3F334B4E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Real observations justify thresholds and range endpoints.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B919F-FC91-4B7C-8C5F-BF4A5E6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D789C-3676-43E3-9B85-A39F9F23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E69DF-8BED-44A9-A131-574E08D5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C6CF8-A3D9-43DC-BC65-477F2538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5DA89-B4D4-48BA-93CD-2D0FB0A1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CHOOSE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AD6CD-DA31-459A-8AAB-CD2187D3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15999-9775-43AE-B072-545B75B7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0E6EB-E727-496A-BCF7-B008FF55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F13F7-1FDF-440C-B083-8775497E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348711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F8210-9775-4559-8DFA-D00ED1CF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76616-EBB6-4143-B7AC-513F33C1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LEARNING CHECK  ·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C07A8-1682-4978-8997-7B4FC9DD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A2B"/>
                </a:solidFill>
              </a:defRPr>
            </a:pPr>
            <a:r>
              <a:rPr sz="2850" b="1">
                <a:solidFill>
                  <a:srgbClr val="071A2B"/>
                </a:solidFill>
              </a:rPr>
              <a:t>Retrieve before you return to the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8A2A0-A0FC-4666-9647-5E0C69AD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69EEA-A1BA-4E8C-A22C-36D4D0C6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makes analogue data different from a button state?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D9DE4-7AD7-4DB1-A6D7-79491F29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81F44-E6D3-4696-A77B-0960E383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Name the two ranges used by map().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8DE9E-DC67-4195-9EC2-CB6AFB83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4AF4D-928A-4377-9A4D-6657FC46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Why collect low, middle and high readings?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CB6E4-8C24-4BBE-9028-8A87917B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FEDF3-03B6-42D2-875D-06827D85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should stay constant during one test?</a:t>
            </a:r>
          </a:p>
        </p:txBody>
      </p:sp>
    </p:spTree>
    <p:extLst>
      <p:ext uri="{BB962C8B-B14F-4D97-AF65-F5344CB8AC3E}">
        <p14:creationId xmlns:p14="http://schemas.microsoft.com/office/powerpoint/2010/main" val="1212634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AF8AD-93AE-43A2-A433-834DE93D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0BB62-EA16-4629-859F-B9F09FBC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WRITTEN RESPONSE  ·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7962A-BD79-4949-95F4-3A3B9ECE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Read → Select → Explain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183CE-0D54-4087-9CA1-0B9524AC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8BF6A-D8A9-47A4-8690-BCE4D1B0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 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FF39C-4BC0-460A-9D0F-4668A62A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CBBF2-DF86-47E8-A9C1-FBA82B77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33A7A-346E-40BC-A780-CE742BBC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B6868-D39A-49BD-994E-64BBEB17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36910-7746-4AA5-AC2A-F4EA0041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D24F3-BFC9-4972-AA60-A291C080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EXPLAIN +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B9171-250C-49B2-8363-7FE728F4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84D"/>
                </a:solidFill>
              </a:defRPr>
            </a:pPr>
            <a:r>
              <a:rPr sz="1875" b="1">
                <a:solidFill>
                  <a:srgbClr val="FFB84D"/>
                </a:solidFill>
              </a:rPr>
              <a:t>Sentence frame: The evidence shows… because… therefore…</a:t>
            </a:r>
          </a:p>
        </p:txBody>
      </p:sp>
    </p:spTree>
    <p:extLst>
      <p:ext uri="{BB962C8B-B14F-4D97-AF65-F5344CB8AC3E}">
        <p14:creationId xmlns:p14="http://schemas.microsoft.com/office/powerpoint/2010/main" val="1208150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60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849CD-9533-4C5A-A766-68115FA6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289BA-47FD-4F87-A591-BB56F3C9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EXIT TICKET  ·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CD0FF-55C5-4B64-A316-6127691A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Prove the idea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BF9A4-4720-4D39-BD12-8000DF46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Create a three-point input-to-output mapping 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6D52B-689A-4C8D-B415-4970EA1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3F2F8"/>
                </a:solidFill>
              </a:defRPr>
            </a:pPr>
            <a:r>
              <a:rPr sz="1650" b="0">
                <a:solidFill>
                  <a:srgbClr val="D3F2F8"/>
                </a:solidFill>
              </a:rPr>
              <a:t>Then open the linked project activity and save one specific piece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356239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2026-08-10T16:17:59.6170000Z</dcterms:created>
  <dcterms:modified xsi:type="dcterms:W3CDTF">2026-08-10T16:17:59.6170000Z</dcterms:modified>
</coreProperties>
</file>