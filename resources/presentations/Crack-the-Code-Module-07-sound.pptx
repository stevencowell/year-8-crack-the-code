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d06231d50a436b" /><Relationship Type="http://schemas.openxmlformats.org/officeDocument/2006/relationships/extended-properties" Target="/docProps/app.xml" Id="Rd13218f4341542ac" /><Relationship Type="http://schemas.openxmlformats.org/officeDocument/2006/relationships/officeDocument" Target="/ppt/presentation.xml" Id="R6e7d39dd7d1f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263eedd8f402c"/>
  </p:sldMasterIdLst>
  <p:notesMasterIdLst>
    <p:notesMasterId xmlns:r="http://schemas.openxmlformats.org/officeDocument/2006/relationships" r:id="Rb62e95d0e66c4dba"/>
  </p:notesMasterIdLst>
  <p:sldIdLst>
    <p:sldId xmlns:r="http://schemas.openxmlformats.org/officeDocument/2006/relationships" id="256" r:id="Rfb7468ce469b4b83"/>
    <p:sldId xmlns:r="http://schemas.openxmlformats.org/officeDocument/2006/relationships" id="257" r:id="R762ecd3b898d4b56"/>
    <p:sldId xmlns:r="http://schemas.openxmlformats.org/officeDocument/2006/relationships" id="258" r:id="Rc88371015a584731"/>
    <p:sldId xmlns:r="http://schemas.openxmlformats.org/officeDocument/2006/relationships" id="259" r:id="Rd17da7466cc542b3"/>
    <p:sldId xmlns:r="http://schemas.openxmlformats.org/officeDocument/2006/relationships" id="260" r:id="Rfffb69a93cfd4e3e"/>
    <p:sldId xmlns:r="http://schemas.openxmlformats.org/officeDocument/2006/relationships" id="261" r:id="Rc5ea4feba3424897"/>
    <p:sldId xmlns:r="http://schemas.openxmlformats.org/officeDocument/2006/relationships" id="262" r:id="R3d2335ee36fe414e"/>
    <p:sldId xmlns:r="http://schemas.openxmlformats.org/officeDocument/2006/relationships" id="263" r:id="R09e5bcee50ca44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edadaafa24336" /><Relationship Type="http://schemas.openxmlformats.org/officeDocument/2006/relationships/slideMaster" Target="/ppt/slideMasters/slideMaster1.xml" Id="R1d1263eedd8f402c" /><Relationship Type="http://schemas.openxmlformats.org/officeDocument/2006/relationships/notesMaster" Target="/ppt/notesMasters/notesMaster1.xml" Id="Rb62e95d0e66c4dba" /><Relationship Type="http://schemas.openxmlformats.org/officeDocument/2006/relationships/presProps" Target="/ppt/presProps.xml" Id="R2594b3910e9d47b0" /><Relationship Type="http://schemas.openxmlformats.org/officeDocument/2006/relationships/tableStyles" Target="/ppt/tableStyles.xml" Id="R50b982fc4f404124" /><Relationship Type="http://schemas.openxmlformats.org/officeDocument/2006/relationships/slide" Target="/ppt/slides/slide1.xml" Id="Rfb7468ce469b4b83" /><Relationship Type="http://schemas.openxmlformats.org/officeDocument/2006/relationships/slide" Target="/ppt/slides/slide2.xml" Id="R762ecd3b898d4b56" /><Relationship Type="http://schemas.openxmlformats.org/officeDocument/2006/relationships/slide" Target="/ppt/slides/slide3.xml" Id="Rc88371015a584731" /><Relationship Type="http://schemas.openxmlformats.org/officeDocument/2006/relationships/slide" Target="/ppt/slides/slide4.xml" Id="Rd17da7466cc542b3" /><Relationship Type="http://schemas.openxmlformats.org/officeDocument/2006/relationships/slide" Target="/ppt/slides/slide5.xml" Id="Rfffb69a93cfd4e3e" /><Relationship Type="http://schemas.openxmlformats.org/officeDocument/2006/relationships/slide" Target="/ppt/slides/slide6.xml" Id="Rc5ea4feba3424897" /><Relationship Type="http://schemas.openxmlformats.org/officeDocument/2006/relationships/slide" Target="/ppt/slides/slide7.xml" Id="R3d2335ee36fe414e" /><Relationship Type="http://schemas.openxmlformats.org/officeDocument/2006/relationships/slide" Target="/ppt/slides/slide8.xml" Id="R09e5bcee50ca44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451d07e16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e90ea08e24c81" /><Relationship Type="http://schemas.openxmlformats.org/officeDocument/2006/relationships/notesMaster" Target="/ppt/notesMasters/notesMaster1.xml" Id="Re983edd2040d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b5884ce294deb" /><Relationship Type="http://schemas.openxmlformats.org/officeDocument/2006/relationships/notesMaster" Target="/ppt/notesMasters/notesMaster1.xml" Id="R081a9da671b1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f15ac6baf04713" /><Relationship Type="http://schemas.openxmlformats.org/officeDocument/2006/relationships/notesMaster" Target="/ppt/notesMasters/notesMaster1.xml" Id="Rdcacc246a957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7c98ee945947e8" /><Relationship Type="http://schemas.openxmlformats.org/officeDocument/2006/relationships/notesMaster" Target="/ppt/notesMasters/notesMaster1.xml" Id="R185b8a8cce9946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a8f3641a8b4a6b" /><Relationship Type="http://schemas.openxmlformats.org/officeDocument/2006/relationships/notesMaster" Target="/ppt/notesMasters/notesMaster1.xml" Id="Rf5599a93f64b4e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20e541573b42bd" /><Relationship Type="http://schemas.openxmlformats.org/officeDocument/2006/relationships/notesMaster" Target="/ppt/notesMasters/notesMaster1.xml" Id="Rd60fe0c14c6740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d986cbeeec47db" /><Relationship Type="http://schemas.openxmlformats.org/officeDocument/2006/relationships/notesMaster" Target="/ppt/notesMasters/notesMaster1.xml" Id="R4b81de8d7de442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25838458df4586" /><Relationship Type="http://schemas.openxmlformats.org/officeDocument/2006/relationships/notesMaster" Target="/ppt/notesMasters/notesMaster1.xml" Id="R8a8a9d8a5a22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Tone controls frequency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Sensor data can control pitch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Sequences can create melody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a13166af3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4da345f271435b" /><Relationship Type="http://schemas.openxmlformats.org/officeDocument/2006/relationships/slideLayout" Target="/ppt/slideLayouts/slideLayout1.xml" Id="Read560d017ba43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560d017ba43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9abcde77d41f5" /><Relationship Type="http://schemas.openxmlformats.org/officeDocument/2006/relationships/notesSlide" Target="/ppt/notesSlides/notesSlide1.xml" Id="R9889300561d6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6d3101c54251" /><Relationship Type="http://schemas.openxmlformats.org/officeDocument/2006/relationships/notesSlide" Target="/ppt/notesSlides/notesSlide2.xml" Id="R5d94dac53e0743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b3cbc8ea4563" /><Relationship Type="http://schemas.openxmlformats.org/officeDocument/2006/relationships/notesSlide" Target="/ppt/notesSlides/notesSlide3.xml" Id="Ra83d799d73a5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38eabfb2348f8" /><Relationship Type="http://schemas.openxmlformats.org/officeDocument/2006/relationships/notesSlide" Target="/ppt/notesSlides/notesSlide4.xml" Id="R0949ade0910c45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68cf1c6104a7f" /><Relationship Type="http://schemas.openxmlformats.org/officeDocument/2006/relationships/notesSlide" Target="/ppt/notesSlides/notesSlide5.xml" Id="Rc2ec70c85d6442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0b5633de14a3c" /><Relationship Type="http://schemas.openxmlformats.org/officeDocument/2006/relationships/notesSlide" Target="/ppt/notesSlides/notesSlide6.xml" Id="R12f8be7d1be545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3338d2bd3436e" /><Relationship Type="http://schemas.openxmlformats.org/officeDocument/2006/relationships/notesSlide" Target="/ppt/notesSlides/notesSlide7.xml" Id="Ra8edcb96b58b48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946932d0e406e" /><Relationship Type="http://schemas.openxmlformats.org/officeDocument/2006/relationships/notesSlide" Target="/ppt/notesSlides/notesSlide8.xml" Id="R993a27c8542048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620A4-794C-473E-9BA2-6CEDEB9C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51BAB-6470-482C-AEE8-D6F721A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Turn numbers into sound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DE1BB-9A15-4077-BCC4-68547B3F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Control pitch, mapping and note sequences.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D3F7A-5D1C-45CF-9EE5-ED72E95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1767814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34691-4968-4ABC-8FF2-DC4CA0F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6549C-79CB-4069-A628-E126328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E5D5-E030-4EBF-96AF-57262EB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13FFC-B23B-4A38-9597-A167E6A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A5215-0C99-46F3-B802-47828F2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Tone controls 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0FC9-9312-4C13-BA41-03054C19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The buzzer on pin 3 uses frequency to set pitch.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B7E6E-02A1-4151-A985-D6CFCC5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189B0-DB3A-4BFB-8DCD-5DDBCCC3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Sensor data can control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F3BE9-3335-43B9-8485-BA2A83E9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Mapped A5 data becomes a tested frequency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E7E18-BF68-4EAF-ACB3-971A079E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A889-4A17-4D44-8F46-608E9393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Sequences can create melody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18344-C5C3-4996-AA20-9E6A98C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Arrays, loops and functions organise ordered notes.</a:t>
            </a:r>
          </a:p>
        </p:txBody>
      </p:sp>
    </p:spTree>
    <p:extLst>
      <p:ext uri="{BB962C8B-B14F-4D97-AF65-F5344CB8AC3E}">
        <p14:creationId xmlns:p14="http://schemas.microsoft.com/office/powerpoint/2010/main" val="128417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1AE73-0DFB-4A8D-BED3-56A34DD5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A3B03-6634-4533-A94E-D4119D10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7.1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E7092-56B2-406F-8042-3162A6C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Tone controls frequency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A9534-D07B-4183-885D-25316CF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The buzzer on pin 3 uses frequency to set pitch.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790D-113E-4A25-8246-CF11F18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428D0-5004-44B8-8307-ACB19C0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993B-8CCC-4FC0-9E58-7BD4B25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93045-5ED7-45A0-8118-1D95DEF7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4FAD-C3A7-4257-B2BD-688D03A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10DE-EF88-4A4F-9156-A671E81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22F2F-F366-4815-A7B0-15C5079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D4E68-5372-4632-A6AE-FEFB7AB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3FB0F-9FF9-43B8-AD36-8FE2B0F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97533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8965-D64F-47B5-8B99-A9B9822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F8F11-5D99-4C16-B2D6-641517C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7.2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FEE55-D1B3-4ED7-B6F0-39ED1D3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Sensor data can control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2E4C6-C3F3-48A5-9A14-D9F1E3F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Mapped A5 data becomes a tested frequency range.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C43A9-608B-485E-8E6E-9F9AE1EE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5041B-7D21-4187-8537-D500498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A5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9357A-AF94-4679-8E43-F10A2F2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CFB74-58AB-45F6-986D-E72A164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3F02E-0163-4868-BDC4-D2588CD3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4FA6E-C767-44FD-BD95-121C47DA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9F7B7-7C4E-475C-8317-CCE792E9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CC02-24AF-4F0F-9CB8-3F622D8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FE28A-A63E-483C-9A70-DC859C62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73203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B344F-1FE5-40E9-87B5-94EC25FE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D105F-8A8F-4108-AADA-F6C7781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7.3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8D6B0-3791-4E05-98CB-B9E582E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Sequences can create melody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4FBD-E820-4BF6-9BB9-BB6102C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Arrays, loops and functions organise ordered notes.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347F-BF32-4AC2-8B19-81152398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1428F-6590-455E-9703-3A48AC52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ARRAY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5DCA-D2E7-430C-9887-6E8DFDC3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1C96F-9FB5-4C7C-B6EF-F6A9685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35A7C-8EDE-4D62-8105-6513C90A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3E65-B3B8-42B9-B5EA-D70293BF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FCD3C-F431-42E1-A2EA-4A7FDACD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40AE-43B3-4063-A2F1-06FF1BC1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E4F31-BCA9-46CD-8B7E-4061D2A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456961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7C0FF-E163-4D0A-9D79-96B91678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3355D-2D16-4978-B6B5-E1466523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7286D-4C0B-4FBF-ABD5-C691945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147C3-3915-459F-88F9-73DDD116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0F29A-67F1-48DE-A06F-2ACDE308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command stops the buzzer?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63C85-9B82-421A-AE83-3D989D24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73E00-ED5B-4B04-952D-A0E058C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is frequency not the same as loudness?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C1141-48E4-47E2-A218-81AFC45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D2E71-9AD5-449D-A14C-46323931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two ranges does the pitch changer use?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EEE4A-1043-47B1-A630-CFEBD714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D617A-7DB1-49CF-9E54-4EA323E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must match between note and duration arrays?</a:t>
            </a:r>
          </a:p>
        </p:txBody>
      </p:sp>
    </p:spTree>
    <p:extLst>
      <p:ext uri="{BB962C8B-B14F-4D97-AF65-F5344CB8AC3E}">
        <p14:creationId xmlns:p14="http://schemas.microsoft.com/office/powerpoint/2010/main" val="799275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6781B-FFB9-4EF7-8321-672F96D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CB665-7D89-483A-BF60-7B2EAA8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B0A27-AD15-4972-A126-09CE347B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A13E8-57B8-4FE9-BDF8-612D02ED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A4234-DC29-430F-8EAD-73CF785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962FE-21A6-477A-8BE7-5961AE8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4C207-3DEA-4827-99D8-37BB4B8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C01C5-C133-4918-9211-714E2F9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DCEAD-3EAD-469D-9626-EB5836C9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69629-1E3F-468E-A62C-D88E267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D29FC-59E4-41CC-827D-2BF6E164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67AD0-ACB2-4FAF-B876-F434C1E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475460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6685D-9EDF-4DA8-B418-1105BCB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1B174-57E5-4902-B3D1-ED114C56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0513B-27DE-4CF0-8718-AE7FA33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6A140-F0A8-446D-8B8A-F9DC9111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Trace one note from array index to buzzer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82058-37EA-44D1-8FEA-565D928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891555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2026-08-10T16:18:01.2150000Z</dcterms:created>
  <dcterms:modified xsi:type="dcterms:W3CDTF">2026-08-10T16:18:01.2150000Z</dcterms:modified>
</coreProperties>
</file>