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05a10bf479407a" /><Relationship Type="http://schemas.openxmlformats.org/officeDocument/2006/relationships/extended-properties" Target="/docProps/app.xml" Id="R1e3bdb0250e54a3d" /><Relationship Type="http://schemas.openxmlformats.org/officeDocument/2006/relationships/officeDocument" Target="/ppt/presentation.xml" Id="R76d53cf4241c4f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272b56acf341b6"/>
  </p:sldMasterIdLst>
  <p:notesMasterIdLst>
    <p:notesMasterId xmlns:r="http://schemas.openxmlformats.org/officeDocument/2006/relationships" r:id="R1719d581a27347a9"/>
  </p:notesMasterIdLst>
  <p:sldIdLst>
    <p:sldId xmlns:r="http://schemas.openxmlformats.org/officeDocument/2006/relationships" id="256" r:id="Re968f8850b5a4e44"/>
    <p:sldId xmlns:r="http://schemas.openxmlformats.org/officeDocument/2006/relationships" id="257" r:id="R8b931d172955445d"/>
    <p:sldId xmlns:r="http://schemas.openxmlformats.org/officeDocument/2006/relationships" id="258" r:id="Re10c648abad54bd3"/>
    <p:sldId xmlns:r="http://schemas.openxmlformats.org/officeDocument/2006/relationships" id="259" r:id="R1d550179e6cb4b7e"/>
    <p:sldId xmlns:r="http://schemas.openxmlformats.org/officeDocument/2006/relationships" id="260" r:id="Rf0b80655461b4549"/>
    <p:sldId xmlns:r="http://schemas.openxmlformats.org/officeDocument/2006/relationships" id="261" r:id="R9624bf923d874f7b"/>
    <p:sldId xmlns:r="http://schemas.openxmlformats.org/officeDocument/2006/relationships" id="262" r:id="R1f3309bd672f48c1"/>
    <p:sldId xmlns:r="http://schemas.openxmlformats.org/officeDocument/2006/relationships" id="263" r:id="R5687c076d8ae42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4a0978004c43f8" /><Relationship Type="http://schemas.openxmlformats.org/officeDocument/2006/relationships/slideMaster" Target="/ppt/slideMasters/slideMaster1.xml" Id="R55272b56acf341b6" /><Relationship Type="http://schemas.openxmlformats.org/officeDocument/2006/relationships/notesMaster" Target="/ppt/notesMasters/notesMaster1.xml" Id="R1719d581a27347a9" /><Relationship Type="http://schemas.openxmlformats.org/officeDocument/2006/relationships/presProps" Target="/ppt/presProps.xml" Id="R82887dc6061a4224" /><Relationship Type="http://schemas.openxmlformats.org/officeDocument/2006/relationships/tableStyles" Target="/ppt/tableStyles.xml" Id="R26af721ff23d43bc" /><Relationship Type="http://schemas.openxmlformats.org/officeDocument/2006/relationships/slide" Target="/ppt/slides/slide1.xml" Id="Re968f8850b5a4e44" /><Relationship Type="http://schemas.openxmlformats.org/officeDocument/2006/relationships/slide" Target="/ppt/slides/slide2.xml" Id="R8b931d172955445d" /><Relationship Type="http://schemas.openxmlformats.org/officeDocument/2006/relationships/slide" Target="/ppt/slides/slide3.xml" Id="Re10c648abad54bd3" /><Relationship Type="http://schemas.openxmlformats.org/officeDocument/2006/relationships/slide" Target="/ppt/slides/slide4.xml" Id="R1d550179e6cb4b7e" /><Relationship Type="http://schemas.openxmlformats.org/officeDocument/2006/relationships/slide" Target="/ppt/slides/slide5.xml" Id="Rf0b80655461b4549" /><Relationship Type="http://schemas.openxmlformats.org/officeDocument/2006/relationships/slide" Target="/ppt/slides/slide6.xml" Id="R9624bf923d874f7b" /><Relationship Type="http://schemas.openxmlformats.org/officeDocument/2006/relationships/slide" Target="/ppt/slides/slide7.xml" Id="R1f3309bd672f48c1" /><Relationship Type="http://schemas.openxmlformats.org/officeDocument/2006/relationships/slide" Target="/ppt/slides/slide8.xml" Id="R5687c076d8ae42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21780ba73b49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6d95dccf0c493c" /><Relationship Type="http://schemas.openxmlformats.org/officeDocument/2006/relationships/notesMaster" Target="/ppt/notesMasters/notesMaster1.xml" Id="R5859633ba5cc4b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c91d0923fa41c8" /><Relationship Type="http://schemas.openxmlformats.org/officeDocument/2006/relationships/notesMaster" Target="/ppt/notesMasters/notesMaster1.xml" Id="R2b5fcd83702d41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fb48624d044b7c" /><Relationship Type="http://schemas.openxmlformats.org/officeDocument/2006/relationships/notesMaster" Target="/ppt/notesMasters/notesMaster1.xml" Id="R0d4bdb7978be40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5926873b694898" /><Relationship Type="http://schemas.openxmlformats.org/officeDocument/2006/relationships/notesMaster" Target="/ppt/notesMasters/notesMaster1.xml" Id="R487a9a51e6bc49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6f391ca66e4b96" /><Relationship Type="http://schemas.openxmlformats.org/officeDocument/2006/relationships/notesMaster" Target="/ppt/notesMasters/notesMaster1.xml" Id="Rea8c12d6ce944e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0b8e4e8d734532" /><Relationship Type="http://schemas.openxmlformats.org/officeDocument/2006/relationships/notesMaster" Target="/ppt/notesMasters/notesMaster1.xml" Id="R8aea241016ff4c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93c0d8a82c4a38" /><Relationship Type="http://schemas.openxmlformats.org/officeDocument/2006/relationships/notesMaster" Target="/ppt/notesMasters/notesMaster1.xml" Id="Rd3a718b8dfc04c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4da4ab4c604b77" /><Relationship Type="http://schemas.openxmlformats.org/officeDocument/2006/relationships/notesMaster" Target="/ppt/notesMasters/notesMaster1.xml" Id="Re77ebfcf13be49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title to preview the module’s purpose. Ask students to connect it with the previous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all three theory sections. Ask students to predict how the ideas connect.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A sketch has a working structure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Digital outputs have two states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Timing makes a sequence visible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aloud or on paper. Do not reveal website quiz answers; use responses to decide which theory section to revisit.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full answer. Direct students back to the precise section and ask which evidence actually answers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quick written or verbal exit ticket. The response should show the module idea, not merely repeat a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2b37723984d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43f53414894686" /><Relationship Type="http://schemas.openxmlformats.org/officeDocument/2006/relationships/slideLayout" Target="/ppt/slideLayouts/slideLayout1.xml" Id="Rf1d4050feddc41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d4050feddc41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b9bfc054f4f17" /><Relationship Type="http://schemas.openxmlformats.org/officeDocument/2006/relationships/notesSlide" Target="/ppt/notesSlides/notesSlide1.xml" Id="Rd6a3ef79cdc14a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45e516d534d35" /><Relationship Type="http://schemas.openxmlformats.org/officeDocument/2006/relationships/notesSlide" Target="/ppt/notesSlides/notesSlide2.xml" Id="R7e05dd1dfe694e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46730c606423e" /><Relationship Type="http://schemas.openxmlformats.org/officeDocument/2006/relationships/notesSlide" Target="/ppt/notesSlides/notesSlide3.xml" Id="R50a5cf3a57a745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bc44450c042b0" /><Relationship Type="http://schemas.openxmlformats.org/officeDocument/2006/relationships/notesSlide" Target="/ppt/notesSlides/notesSlide4.xml" Id="R12c1bfae3e164f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aeb9906c74361" /><Relationship Type="http://schemas.openxmlformats.org/officeDocument/2006/relationships/notesSlide" Target="/ppt/notesSlides/notesSlide5.xml" Id="Rdf0c11cca2cc42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5ee11365b4017" /><Relationship Type="http://schemas.openxmlformats.org/officeDocument/2006/relationships/notesSlide" Target="/ppt/notesSlides/notesSlide6.xml" Id="R52dc337aedc241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bd595ece14719" /><Relationship Type="http://schemas.openxmlformats.org/officeDocument/2006/relationships/notesSlide" Target="/ppt/notesSlides/notesSlide7.xml" Id="Rdb118641a8934d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66b0d966c43fb" /><Relationship Type="http://schemas.openxmlformats.org/officeDocument/2006/relationships/notesSlide" Target="/ppt/notesSlides/notesSlide8.xml" Id="Rd270716dcb8041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1E123-5D88-4F7D-A9D9-F4276F8A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FF"/>
                </a:solidFill>
              </a:defRPr>
            </a:pPr>
            <a:r>
              <a:rPr sz="1350" b="1">
                <a:solidFill>
                  <a:srgbClr val="38D9FF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F3BFF-0C66-4963-8E23-ED1D0636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Make light obey the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840A8-229C-4B69-A41F-92393207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E6EE"/>
                </a:solidFill>
              </a:defRPr>
            </a:pPr>
            <a:r>
              <a:rPr sz="1875" b="0">
                <a:solidFill>
                  <a:srgbClr val="C9E6EE"/>
                </a:solidFill>
              </a:rPr>
              <a:t>Use structure, digital states and timing.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3841B-FDFA-4C24-9E88-BB77A826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4D"/>
                </a:solidFill>
              </a:defRPr>
            </a:pPr>
            <a:r>
              <a:rPr sz="1125" b="1">
                <a:solidFill>
                  <a:srgbClr val="FFB84D"/>
                </a:solidFill>
              </a:rPr>
              <a:t>TEN-WEEK YEAR 7–8 TECHNOLOGY COURSE</a:t>
            </a:r>
          </a:p>
        </p:txBody>
      </p:sp>
    </p:spTree>
    <p:extLst>
      <p:ext uri="{BB962C8B-B14F-4D97-AF65-F5344CB8AC3E}">
        <p14:creationId xmlns:p14="http://schemas.microsoft.com/office/powerpoint/2010/main" val="9106949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3DAA9-3443-4A4B-9868-6F318775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18911-FC54-40B7-BABA-93692CE7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ROADMAP  ·  2/8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C1154-2874-4359-9E7B-B3436E81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A2B"/>
                </a:solidFill>
              </a:defRPr>
            </a:pPr>
            <a:r>
              <a:rPr sz="3000" b="1">
                <a:solidFill>
                  <a:srgbClr val="071A2B"/>
                </a:solidFill>
              </a:rPr>
              <a:t>Three ideas build one stronger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EAB8E-CB3D-4744-9EDF-40421FBE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4FDB2-F071-4CBA-86BE-FCB18321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A sketch has a working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64359-27A3-41A2-927F-F9FE7FB1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Setup configures once; loop repeats the behaviour.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E9477-709E-42D8-9AF4-6586BFE3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28575-9D6F-477E-9B00-D0BABAA7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Digital outputs have two states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B453F-1D86-45E8-AF63-BAF3BAA0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HIGH and LOW control a configured output pin.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EDAE6-7E04-4F2E-917F-94F9729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E3A06-A345-4FAA-829E-247A4510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Timing makes a sequence visible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942B0-13BE-4F79-A6C0-A6AF98E1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Delay values change the pace of the repeating cycle.</a:t>
            </a:r>
          </a:p>
        </p:txBody>
      </p:sp>
    </p:spTree>
    <p:extLst>
      <p:ext uri="{BB962C8B-B14F-4D97-AF65-F5344CB8AC3E}">
        <p14:creationId xmlns:p14="http://schemas.microsoft.com/office/powerpoint/2010/main" val="1385201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5A13A-B52E-4C9E-8C83-1CAA5711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072B5-C745-4569-B68C-7A3625C5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2.1  ·  3/8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2A7BE-0ECA-49F6-B698-657BCD1C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 sketch has a working 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0C622-5A9D-4AF7-A069-672E5072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Setup configures once; loop repeats the behaviour.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8E55E-0879-4B72-B58A-5CC574BF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C3F82-C928-4217-B7C0-09C4DA85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BB0D0-5A5E-416E-9257-2AEC7B0C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ACE5E-9B20-4370-9F6D-704C2D34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305B1-7ADF-4C88-B31F-F825992E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B62D5-7061-44BD-9409-A928759D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B7184-B165-4991-97F6-0BC02B7D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42247-DCDE-470D-B9AF-CE99E570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REPEAT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FC79F-9ED6-4769-9C69-BF1DAD2A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959534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D4C9B-6FFC-48B3-B0EF-ED274C04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5573E-CBCC-4C50-9A06-92BC2F84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2.2  ·  4/8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BDAB5-0DE5-49AB-AF70-5C40D067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Digital outputs have two states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31878-E304-4200-A3F6-E421131B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HIGH and LOW control a configured output pin.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54B30-7F72-43B7-9287-C522EBA3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6AB4E-7EE6-44B6-B8EE-B531CA8A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F0FED-26FA-46A0-9525-3AFE27C0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5FE4D-ABE2-4227-8646-457180E7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005FA-5CAC-4759-9C1D-20C57104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153A6-00A7-4892-9EEA-9E752753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FCC64-AA5F-4D88-B214-97D474ED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7C6A1-3D6E-4F74-921D-97150CAD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96243-233D-462D-8D5A-77E4A92E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77178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93484-2366-4864-9228-5E54FEDC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09B0B-F200-4408-97BD-12F3BCA9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2.3  ·  5/8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2B4DE-25DC-4420-9030-DFD12D10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Timing makes a sequence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75366-9F74-45D9-B2A3-4830A292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Delay values change the pace of the repeating cycle.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484F5-AA63-4C8C-ACCA-714F4C81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01CBE-DD5D-4B26-B1A5-F595063C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83640-A2D6-4BCB-8105-076D56A2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5D33A-0A10-4777-B7E8-6BA5E064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0BC92-907B-4690-9C4B-2A2D1895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WAIT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3CE1A-695C-4399-BB7B-F499D6D7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5740F-D09E-4A88-8C20-A96826A7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2FB7F-6F6C-4EB3-9B37-D7029AF2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3305D-5171-45C6-B3CC-AD061443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4489858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0EBE6-28DD-49AD-8B59-90B3D572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B4F96-0531-45DF-BA98-76BC8C8F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LEARNING CHECK  ·  6/8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15BDB-E849-4FF3-9C07-067AD57B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A2B"/>
                </a:solidFill>
              </a:defRPr>
            </a:pPr>
            <a:r>
              <a:rPr sz="2850" b="1">
                <a:solidFill>
                  <a:srgbClr val="071A2B"/>
                </a:solidFill>
              </a:rPr>
              <a:t>Retrieve before you return to the website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B9561-B81C-49D0-BFD0-B9CE443C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F1428-927F-4324-B361-8DDC2259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Which function normally runs once?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E4AB7-C2FC-4D94-BE9D-37726B52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1CEBA-EAC2-41F6-8055-58BC3E79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What must happen before digitalWrite controls an LED?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587F0-CA59-448D-8EFA-0CE67D8C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D49E3-DCF7-4278-9778-1C1CBD76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Predict the effect of a shorter delay.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9622E-E129-46D7-9E11-A8E5EE29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2832D-F8F1-4BC7-BFFD-5D37C4EE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Why should one timing value change at a time?</a:t>
            </a:r>
          </a:p>
        </p:txBody>
      </p:sp>
    </p:spTree>
    <p:extLst>
      <p:ext uri="{BB962C8B-B14F-4D97-AF65-F5344CB8AC3E}">
        <p14:creationId xmlns:p14="http://schemas.microsoft.com/office/powerpoint/2010/main" val="19500474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7493C-F266-4F9B-8633-208FDCAB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21092-D60C-4266-9850-DB7836F9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WRITTEN RESPONSE  ·  7/8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EE394-865D-4477-BD6A-0673F1F6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Read → Select → Explain →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7A586-5297-42A6-8587-2356D070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86A6F-A3E4-41B0-8116-14500269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 THE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0C240-1566-4E8D-B2B1-D8DFDFD4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D68E8-F3BD-435A-A83D-21D6C6EE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A2916-5A35-4D7A-AB80-4551B3C0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SELECT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22F6F-8C9F-4C89-AF2C-A5439D8E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9D019-DAA6-4EAD-ACF5-DF08F183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F7158-5B8F-4654-9C6C-043AB50D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EXPLAIN +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D3E75-6EEE-4D54-9E5F-8AC3D97B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B84D"/>
                </a:solidFill>
              </a:defRPr>
            </a:pPr>
            <a:r>
              <a:rPr sz="1875" b="1">
                <a:solidFill>
                  <a:srgbClr val="FFB84D"/>
                </a:solidFill>
              </a:rPr>
              <a:t>Sentence frame: The evidence shows… because… therefore…</a:t>
            </a:r>
          </a:p>
        </p:txBody>
      </p:sp>
    </p:spTree>
    <p:extLst>
      <p:ext uri="{BB962C8B-B14F-4D97-AF65-F5344CB8AC3E}">
        <p14:creationId xmlns:p14="http://schemas.microsoft.com/office/powerpoint/2010/main" val="18242247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60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773CA-C819-4335-8966-03A4808D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4F979-C600-4D7F-B4B9-95E76694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EXIT TICKET  ·  8/8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8AEC7-4123-4663-9964-EFB5705D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Prove the idea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128E4-105D-4AAD-BAAA-98A5A6CC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Write one complete on–wait–off–wait cycle.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FEF9B-6949-4C2A-A741-F1CAF6B8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3F2F8"/>
                </a:solidFill>
              </a:defRPr>
            </a:pPr>
            <a:r>
              <a:rPr sz="1650" b="0">
                <a:solidFill>
                  <a:srgbClr val="D3F2F8"/>
                </a:solidFill>
              </a:rPr>
              <a:t>Then open the linked project activity and save one specific piece of evidence.</a:t>
            </a:r>
          </a:p>
        </p:txBody>
      </p:sp>
    </p:spTree>
    <p:extLst>
      <p:ext uri="{BB962C8B-B14F-4D97-AF65-F5344CB8AC3E}">
        <p14:creationId xmlns:p14="http://schemas.microsoft.com/office/powerpoint/2010/main" val="638572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2026-08-10T16:17:58.4590000Z</dcterms:created>
  <dcterms:modified xsi:type="dcterms:W3CDTF">2026-08-10T16:17:58.4590000Z</dcterms:modified>
</coreProperties>
</file>