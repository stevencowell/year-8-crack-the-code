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08e9b751d3498b" /><Relationship Type="http://schemas.openxmlformats.org/officeDocument/2006/relationships/extended-properties" Target="/docProps/app.xml" Id="R5bc5783b53104799" /><Relationship Type="http://schemas.openxmlformats.org/officeDocument/2006/relationships/officeDocument" Target="/ppt/presentation.xml" Id="R2b809847ee8843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3418e71dda4c68"/>
  </p:sldMasterIdLst>
  <p:notesMasterIdLst>
    <p:notesMasterId xmlns:r="http://schemas.openxmlformats.org/officeDocument/2006/relationships" r:id="R8611d58f19254f37"/>
  </p:notesMasterIdLst>
  <p:sldIdLst>
    <p:sldId xmlns:r="http://schemas.openxmlformats.org/officeDocument/2006/relationships" id="256" r:id="R3479cdeed3ec475e"/>
    <p:sldId xmlns:r="http://schemas.openxmlformats.org/officeDocument/2006/relationships" id="257" r:id="R98b00452164a4558"/>
    <p:sldId xmlns:r="http://schemas.openxmlformats.org/officeDocument/2006/relationships" id="258" r:id="Rbb34558b2b0249fc"/>
    <p:sldId xmlns:r="http://schemas.openxmlformats.org/officeDocument/2006/relationships" id="259" r:id="R4cd8aca0e875487b"/>
    <p:sldId xmlns:r="http://schemas.openxmlformats.org/officeDocument/2006/relationships" id="260" r:id="R95bfef08a1864de1"/>
    <p:sldId xmlns:r="http://schemas.openxmlformats.org/officeDocument/2006/relationships" id="261" r:id="R018ed510d4124fdd"/>
    <p:sldId xmlns:r="http://schemas.openxmlformats.org/officeDocument/2006/relationships" id="262" r:id="R3f1ef526b3694f6d"/>
    <p:sldId xmlns:r="http://schemas.openxmlformats.org/officeDocument/2006/relationships" id="263" r:id="R6e297c48c9154c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9b9b36f42a4a84" /><Relationship Type="http://schemas.openxmlformats.org/officeDocument/2006/relationships/slideMaster" Target="/ppt/slideMasters/slideMaster1.xml" Id="Rb23418e71dda4c68" /><Relationship Type="http://schemas.openxmlformats.org/officeDocument/2006/relationships/notesMaster" Target="/ppt/notesMasters/notesMaster1.xml" Id="R8611d58f19254f37" /><Relationship Type="http://schemas.openxmlformats.org/officeDocument/2006/relationships/presProps" Target="/ppt/presProps.xml" Id="R03c6dcec03cb473b" /><Relationship Type="http://schemas.openxmlformats.org/officeDocument/2006/relationships/tableStyles" Target="/ppt/tableStyles.xml" Id="R3fce0be51a5d45a2" /><Relationship Type="http://schemas.openxmlformats.org/officeDocument/2006/relationships/slide" Target="/ppt/slides/slide1.xml" Id="R3479cdeed3ec475e" /><Relationship Type="http://schemas.openxmlformats.org/officeDocument/2006/relationships/slide" Target="/ppt/slides/slide2.xml" Id="R98b00452164a4558" /><Relationship Type="http://schemas.openxmlformats.org/officeDocument/2006/relationships/slide" Target="/ppt/slides/slide3.xml" Id="Rbb34558b2b0249fc" /><Relationship Type="http://schemas.openxmlformats.org/officeDocument/2006/relationships/slide" Target="/ppt/slides/slide4.xml" Id="R4cd8aca0e875487b" /><Relationship Type="http://schemas.openxmlformats.org/officeDocument/2006/relationships/slide" Target="/ppt/slides/slide5.xml" Id="R95bfef08a1864de1" /><Relationship Type="http://schemas.openxmlformats.org/officeDocument/2006/relationships/slide" Target="/ppt/slides/slide6.xml" Id="R018ed510d4124fdd" /><Relationship Type="http://schemas.openxmlformats.org/officeDocument/2006/relationships/slide" Target="/ppt/slides/slide7.xml" Id="R3f1ef526b3694f6d" /><Relationship Type="http://schemas.openxmlformats.org/officeDocument/2006/relationships/slide" Target="/ppt/slides/slide8.xml" Id="R6e297c48c9154c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b1e2ba0f504f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88f17a41b1420d" /><Relationship Type="http://schemas.openxmlformats.org/officeDocument/2006/relationships/notesMaster" Target="/ppt/notesMasters/notesMaster1.xml" Id="R69123aac5d014d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75c01d544a4ac4" /><Relationship Type="http://schemas.openxmlformats.org/officeDocument/2006/relationships/notesMaster" Target="/ppt/notesMasters/notesMaster1.xml" Id="R2cdac50e3c514d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658ea2755b4c3e" /><Relationship Type="http://schemas.openxmlformats.org/officeDocument/2006/relationships/notesMaster" Target="/ppt/notesMasters/notesMaster1.xml" Id="Rfdf9d8c84dea4b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6c86f8a9a54d7f" /><Relationship Type="http://schemas.openxmlformats.org/officeDocument/2006/relationships/notesMaster" Target="/ppt/notesMasters/notesMaster1.xml" Id="R666191a671fd4d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ec8b0ef02d4275" /><Relationship Type="http://schemas.openxmlformats.org/officeDocument/2006/relationships/notesMaster" Target="/ppt/notesMasters/notesMaster1.xml" Id="Rf1e049fccc344a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c3a7049ce6488a" /><Relationship Type="http://schemas.openxmlformats.org/officeDocument/2006/relationships/notesMaster" Target="/ppt/notesMasters/notesMaster1.xml" Id="Rf4691892cebf42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8e7bc71a764ccb" /><Relationship Type="http://schemas.openxmlformats.org/officeDocument/2006/relationships/notesMaster" Target="/ppt/notesMasters/notesMaster1.xml" Id="R8b2cf60b495640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9a91ce369a4edd" /><Relationship Type="http://schemas.openxmlformats.org/officeDocument/2006/relationships/notesMaster" Target="/ppt/notesMasters/notesMaster1.xml" Id="R460d364325b548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title to preview the module’s purpose. Ask students to connect it with the previous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all three theory sections. Ask students to predict how the ideas connect.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Input → process → output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Microcontrollers make decisions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Work within the real system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aloud or on paper. Do not reveal website quiz answers; use responses to decide which theory section to revisit.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full answer. Direct students back to the precise section and ask which evidence actually answers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quick written or verbal exit ticket. The response should show the module idea, not merely repeat a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34a418d5d4b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20db8fe6cf4df3" /><Relationship Type="http://schemas.openxmlformats.org/officeDocument/2006/relationships/slideLayout" Target="/ppt/slideLayouts/slideLayout1.xml" Id="R5d90e1bec0d941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90e1bec0d941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4eb391ae34c3f" /><Relationship Type="http://schemas.openxmlformats.org/officeDocument/2006/relationships/notesSlide" Target="/ppt/notesSlides/notesSlide1.xml" Id="Rae8a6f9ecca043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99ee0abb948f2" /><Relationship Type="http://schemas.openxmlformats.org/officeDocument/2006/relationships/notesSlide" Target="/ppt/notesSlides/notesSlide2.xml" Id="R2c280f16fe2644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c750ee14a48ad" /><Relationship Type="http://schemas.openxmlformats.org/officeDocument/2006/relationships/notesSlide" Target="/ppt/notesSlides/notesSlide3.xml" Id="R3ae7fef2630946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d9c5173534100" /><Relationship Type="http://schemas.openxmlformats.org/officeDocument/2006/relationships/notesSlide" Target="/ppt/notesSlides/notesSlide4.xml" Id="R13f9a97e513a4f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552eddb5e487d" /><Relationship Type="http://schemas.openxmlformats.org/officeDocument/2006/relationships/notesSlide" Target="/ppt/notesSlides/notesSlide5.xml" Id="Rb714c8cf611a40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dd7a4f050439a" /><Relationship Type="http://schemas.openxmlformats.org/officeDocument/2006/relationships/notesSlide" Target="/ppt/notesSlides/notesSlide6.xml" Id="Rfd2670d8985840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cdd901f0949b3" /><Relationship Type="http://schemas.openxmlformats.org/officeDocument/2006/relationships/notesSlide" Target="/ppt/notesSlides/notesSlide7.xml" Id="R74040ed8bdd441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21db07b85424a" /><Relationship Type="http://schemas.openxmlformats.org/officeDocument/2006/relationships/notesSlide" Target="/ppt/notesSlides/notesSlide8.xml" Id="R630d7359f71749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6BCE0-21DC-434A-958B-1F697514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FF"/>
                </a:solidFill>
              </a:defRPr>
            </a:pPr>
            <a:r>
              <a:rPr sz="1350" b="1">
                <a:solidFill>
                  <a:srgbClr val="38D9FF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DF92D-C841-44D5-B59E-B8B5BCD8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Systems that sense and respond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F5A81-5DB5-4F88-A38E-0CDBFCC6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E6EE"/>
                </a:solidFill>
              </a:defRPr>
            </a:pPr>
            <a:r>
              <a:rPr sz="1875" b="0">
                <a:solidFill>
                  <a:srgbClr val="C9E6EE"/>
                </a:solidFill>
              </a:rPr>
              <a:t>Trace information through every control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3F142-83EB-436A-8538-B3EAEF6D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4D"/>
                </a:solidFill>
              </a:defRPr>
            </a:pPr>
            <a:r>
              <a:rPr sz="1125" b="1">
                <a:solidFill>
                  <a:srgbClr val="FFB84D"/>
                </a:solidFill>
              </a:rPr>
              <a:t>TEN-WEEK YEAR 7–8 TECHNOLOGY COURSE</a:t>
            </a:r>
          </a:p>
        </p:txBody>
      </p:sp>
    </p:spTree>
    <p:extLst>
      <p:ext uri="{BB962C8B-B14F-4D97-AF65-F5344CB8AC3E}">
        <p14:creationId xmlns:p14="http://schemas.microsoft.com/office/powerpoint/2010/main" val="11632908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762EC-248B-4FA9-9CEF-498FFDD2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3DEF9-C742-43AE-A6BC-666747A3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ROADMAP  ·  2/8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D7650-8CEF-4DEF-A56A-47EE1F24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B"/>
                </a:solidFill>
              </a:defRPr>
            </a:pPr>
            <a:r>
              <a:rPr sz="3000" b="1">
                <a:solidFill>
                  <a:srgbClr val="071A2B"/>
                </a:solidFill>
              </a:rPr>
              <a:t>Three ideas build one stronger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F8B6B-BDFE-491F-917C-58FB0D11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9103F-60CF-413E-9F7B-F6B7822D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Input → process →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90022-D8BC-4E12-B7D1-0CA68387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Information enters, a rule is applied, and a response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A1B35-B37A-4669-9D70-30EC1C81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71CC9-6AE9-4B00-A50B-45979118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Microcontrollers make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D3D57-87D2-45F7-98E8-FCB96B83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The Arduino runs the sketch that connects inputs to outputs.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8092D-BB1D-4B1E-8299-4EBAF365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0C3E1-38EE-4C2B-8E4E-EE92BC3D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Work within the real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1B75D-9663-4FC1-A750-19679570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Fixed pins and classroom routines make testing reliable.</a:t>
            </a:r>
          </a:p>
        </p:txBody>
      </p:sp>
    </p:spTree>
    <p:extLst>
      <p:ext uri="{BB962C8B-B14F-4D97-AF65-F5344CB8AC3E}">
        <p14:creationId xmlns:p14="http://schemas.microsoft.com/office/powerpoint/2010/main" val="1769918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F64FD-7D26-4F9D-9E7F-681E692E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CF20F-9DBF-4ABB-BA7E-3FBF4805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1.1  ·  3/8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58117-3881-454A-B4BC-142A2BD3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Input → process →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F9AD8-A362-48F3-BB0A-6A39073B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Information enters, a rule is applied, and a response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091ED-F0A4-4C59-A3C7-67279A05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9312E-659B-4598-8F6D-382F145E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6FA15-BDB3-4A7E-B042-2E4D9F61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D92DF-DAEC-47D2-8CA3-2055EA47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A0DB3-56DA-466C-BC04-B5DC0393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19286-50C8-4A49-8807-527441A2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E1A30-80AF-4E78-BD3F-9E0205D3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0E809-D408-47C6-87E7-4626746D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65EFA-FB7C-4A01-A2A3-99438B8F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276807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C9977-EA60-4BC4-97D6-CB5659A5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570DF-F374-4FBA-A498-890FB852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1.2  ·  4/8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578E5-A105-4AAD-8327-75E87CB8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Microcontrollers make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3B863-E610-4538-88B2-676EF6CD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The Arduino runs the sketch that connects inputs to outputs.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3BE6C-77B5-48B2-8615-BD82BFAB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B0734-4EDF-4307-9540-14E7847A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HARDWARE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D66E1-B973-4824-8986-7C926570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F4C68-91B6-41DB-AC48-3B14841C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9A0E9-3C37-4605-892B-0AC1BAB6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INSTRUCTIONS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ED579-9EE2-4307-A1ED-ADA3B243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01371-D691-4156-B309-3C64D290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4FFDF-854A-4B51-B326-A419477F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BEHAVIOUR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2AE46-47D9-41FE-BA18-2DAD037E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220773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CAC4D-B0E6-4DAF-ADAC-5A9F7392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586AE-F93A-4CC1-9EFB-13C5B348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1.3  ·  5/8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0F883-BE7E-42E7-8868-A0F2C4C7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Work within the real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3A0B6-151E-4404-9D8C-8054847B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Fixed pins and classroom routines make testing reliable.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9007F-C321-445D-A32E-E375F8AB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38F65-4B34-4526-BB34-F142CCC3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PIN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7FE13-1E85-4FDC-B810-44F23ABB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2A121-858F-4B0A-A638-696F402C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B0323-8552-4430-96F0-150AE478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FE92E-8A0E-43CA-877A-BA555348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B9A22-D155-4F2F-BD3F-81E4BDAF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56D8A-F88A-486A-B98B-FE40E2A5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4A8CA-E143-4C66-80F7-0571FA1E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075285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B6E4F-5648-4797-BF7C-75A7911B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AC566-A6F0-473C-AA60-701C5BFB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LEARNING CHECK  ·  6/8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DF453-B0F5-4B64-8835-13C2DC69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A2B"/>
                </a:solidFill>
              </a:defRPr>
            </a:pPr>
            <a:r>
              <a:rPr sz="2850" b="1">
                <a:solidFill>
                  <a:srgbClr val="071A2B"/>
                </a:solidFill>
              </a:rPr>
              <a:t>Retrieve before you return to the website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057AE-698C-460C-B004-1D8D54A7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1919A-D361-4DBC-A4A6-AE6F1B25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Name the three IPO stages in an automatic night light.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549AD-4BE0-4442-A62A-9A48D2B1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C2587-E7CA-43BF-8EFC-423C4909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What is the difference between the ThinkerShield and the sketch?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D2ECC-96ED-43A6-BF5E-D25F3D88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0B2F7-0206-43EC-8031-62443F78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Why must code match the fixed pin map?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7CCCF-22E0-4B2A-BC7A-1F6D37F3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F7580-013E-45B6-92EC-37FBB780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Which evidence would prove a signal path?</a:t>
            </a:r>
          </a:p>
        </p:txBody>
      </p:sp>
    </p:spTree>
    <p:extLst>
      <p:ext uri="{BB962C8B-B14F-4D97-AF65-F5344CB8AC3E}">
        <p14:creationId xmlns:p14="http://schemas.microsoft.com/office/powerpoint/2010/main" val="1326182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04A8C-D76B-48CA-A081-9B87AC26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B2632-382D-441C-8F92-1C0C202C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WRITTEN RESPONSE  ·  7/8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AAA63-F12E-49DF-88A3-51E8AF3A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Read → Select → Explain →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7FC33-F644-4E32-AD25-C9B75A3C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9BAF5-F08E-4F61-B3D8-BF171011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 THE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BECBD-34C9-4C5F-924D-6E244512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1DE3D-2404-4DBA-9C0A-1A0E166C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C19F7-52F8-447F-B3D8-3EFAC743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SELECT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370CD-6AE7-46AF-92C0-DF0621F3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446DD-3160-4716-B074-A953904F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4D67C-6742-48CF-9BA6-0671387E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EXPLAIN +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24C41-2344-4148-B64A-98EA1FC7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84D"/>
                </a:solidFill>
              </a:defRPr>
            </a:pPr>
            <a:r>
              <a:rPr sz="1875" b="1">
                <a:solidFill>
                  <a:srgbClr val="FFB84D"/>
                </a:solidFill>
              </a:rPr>
              <a:t>Sentence frame: The evidence shows… because… therefore…</a:t>
            </a:r>
          </a:p>
        </p:txBody>
      </p:sp>
    </p:spTree>
    <p:extLst>
      <p:ext uri="{BB962C8B-B14F-4D97-AF65-F5344CB8AC3E}">
        <p14:creationId xmlns:p14="http://schemas.microsoft.com/office/powerpoint/2010/main" val="1598966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60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A19FD-C9AA-4819-929C-1A79FFF0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280D7-C4B0-43A6-98CC-E5752673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EXIT TICKET  ·  8/8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9A54F-E366-4B34-83CA-2DF4914D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Prove the idea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AA6E7-A315-4870-A70A-A193E2E9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Sketch one signal path for the final alarm.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8BFDA-242D-4665-B528-E4E8B8D6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3F2F8"/>
                </a:solidFill>
              </a:defRPr>
            </a:pPr>
            <a:r>
              <a:rPr sz="1650" b="0">
                <a:solidFill>
                  <a:srgbClr val="D3F2F8"/>
                </a:solidFill>
              </a:rPr>
              <a:t>Then open the linked project activity and save one specific piece of evidence.</a:t>
            </a:r>
          </a:p>
        </p:txBody>
      </p:sp>
    </p:spTree>
    <p:extLst>
      <p:ext uri="{BB962C8B-B14F-4D97-AF65-F5344CB8AC3E}">
        <p14:creationId xmlns:p14="http://schemas.microsoft.com/office/powerpoint/2010/main" val="1873946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2026-08-10T16:17:56.9860000Z</dcterms:created>
  <dcterms:modified xsi:type="dcterms:W3CDTF">2026-08-10T16:17:56.9860000Z</dcterms:modified>
</coreProperties>
</file>