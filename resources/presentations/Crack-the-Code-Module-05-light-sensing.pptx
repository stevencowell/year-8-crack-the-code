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59e7aa3284f6e" /><Relationship Type="http://schemas.openxmlformats.org/officeDocument/2006/relationships/extended-properties" Target="/docProps/app.xml" Id="R9ce96624b03b42fa" /><Relationship Type="http://schemas.openxmlformats.org/officeDocument/2006/relationships/officeDocument" Target="/ppt/presentation.xml" Id="Ra7255f8f80a345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3433e7a4cd418a"/>
  </p:sldMasterIdLst>
  <p:notesMasterIdLst>
    <p:notesMasterId xmlns:r="http://schemas.openxmlformats.org/officeDocument/2006/relationships" r:id="Rc9f12de61b9f4360"/>
  </p:notesMasterIdLst>
  <p:sldIdLst>
    <p:sldId xmlns:r="http://schemas.openxmlformats.org/officeDocument/2006/relationships" id="256" r:id="Rd0094f3f69f54e23"/>
    <p:sldId xmlns:r="http://schemas.openxmlformats.org/officeDocument/2006/relationships" id="257" r:id="R3eb8d583e2264ed9"/>
    <p:sldId xmlns:r="http://schemas.openxmlformats.org/officeDocument/2006/relationships" id="258" r:id="R797cfd06a6d643e4"/>
    <p:sldId xmlns:r="http://schemas.openxmlformats.org/officeDocument/2006/relationships" id="259" r:id="R363d1b71fb5b4f20"/>
    <p:sldId xmlns:r="http://schemas.openxmlformats.org/officeDocument/2006/relationships" id="260" r:id="R826d552bdd694f1e"/>
    <p:sldId xmlns:r="http://schemas.openxmlformats.org/officeDocument/2006/relationships" id="261" r:id="Rc221988d3d394308"/>
    <p:sldId xmlns:r="http://schemas.openxmlformats.org/officeDocument/2006/relationships" id="262" r:id="Rbcee88a2408142e1"/>
    <p:sldId xmlns:r="http://schemas.openxmlformats.org/officeDocument/2006/relationships" id="263" r:id="R4b7dd7080060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86eedb9654d8b" /><Relationship Type="http://schemas.openxmlformats.org/officeDocument/2006/relationships/slideMaster" Target="/ppt/slideMasters/slideMaster1.xml" Id="R423433e7a4cd418a" /><Relationship Type="http://schemas.openxmlformats.org/officeDocument/2006/relationships/notesMaster" Target="/ppt/notesMasters/notesMaster1.xml" Id="Rc9f12de61b9f4360" /><Relationship Type="http://schemas.openxmlformats.org/officeDocument/2006/relationships/presProps" Target="/ppt/presProps.xml" Id="R4fd78af3f7f044c4" /><Relationship Type="http://schemas.openxmlformats.org/officeDocument/2006/relationships/tableStyles" Target="/ppt/tableStyles.xml" Id="R6df10e593c2e4e8a" /><Relationship Type="http://schemas.openxmlformats.org/officeDocument/2006/relationships/slide" Target="/ppt/slides/slide1.xml" Id="Rd0094f3f69f54e23" /><Relationship Type="http://schemas.openxmlformats.org/officeDocument/2006/relationships/slide" Target="/ppt/slides/slide2.xml" Id="R3eb8d583e2264ed9" /><Relationship Type="http://schemas.openxmlformats.org/officeDocument/2006/relationships/slide" Target="/ppt/slides/slide3.xml" Id="R797cfd06a6d643e4" /><Relationship Type="http://schemas.openxmlformats.org/officeDocument/2006/relationships/slide" Target="/ppt/slides/slide4.xml" Id="R363d1b71fb5b4f20" /><Relationship Type="http://schemas.openxmlformats.org/officeDocument/2006/relationships/slide" Target="/ppt/slides/slide5.xml" Id="R826d552bdd694f1e" /><Relationship Type="http://schemas.openxmlformats.org/officeDocument/2006/relationships/slide" Target="/ppt/slides/slide6.xml" Id="Rc221988d3d394308" /><Relationship Type="http://schemas.openxmlformats.org/officeDocument/2006/relationships/slide" Target="/ppt/slides/slide7.xml" Id="Rbcee88a2408142e1" /><Relationship Type="http://schemas.openxmlformats.org/officeDocument/2006/relationships/slide" Target="/ppt/slides/slide8.xml" Id="R4b7dd7080060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4a7f66a1cc42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291afea684f3e" /><Relationship Type="http://schemas.openxmlformats.org/officeDocument/2006/relationships/notesMaster" Target="/ppt/notesMasters/notesMaster1.xml" Id="R6e12048bea2943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fb0c3fd08f4ff8" /><Relationship Type="http://schemas.openxmlformats.org/officeDocument/2006/relationships/notesMaster" Target="/ppt/notesMasters/notesMaster1.xml" Id="Re7a173c5a6dd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b31facd6b94d90" /><Relationship Type="http://schemas.openxmlformats.org/officeDocument/2006/relationships/notesMaster" Target="/ppt/notesMasters/notesMaster1.xml" Id="R1fe9bf60853142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2c7df9cda45d9" /><Relationship Type="http://schemas.openxmlformats.org/officeDocument/2006/relationships/notesMaster" Target="/ppt/notesMasters/notesMaster1.xml" Id="R49110bccc3e940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19c94045fc4380" /><Relationship Type="http://schemas.openxmlformats.org/officeDocument/2006/relationships/notesMaster" Target="/ppt/notesMasters/notesMaster1.xml" Id="R4eec6ef081d0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9b66a2a7624d77" /><Relationship Type="http://schemas.openxmlformats.org/officeDocument/2006/relationships/notesMaster" Target="/ppt/notesMasters/notesMaster1.xml" Id="R0f9e425f354443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0a49ee1eda4c1f" /><Relationship Type="http://schemas.openxmlformats.org/officeDocument/2006/relationships/notesMaster" Target="/ppt/notesMasters/notesMaster1.xml" Id="R8a4011b520df4f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8330c670f42bd" /><Relationship Type="http://schemas.openxmlformats.org/officeDocument/2006/relationships/notesMaster" Target="/ppt/notesMasters/notesMaster1.xml" Id="R6bc8b94dc15c41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LDR turns light into data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Thresholds create categories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loop keeps responding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538bef8f2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229083bb946ff" /><Relationship Type="http://schemas.openxmlformats.org/officeDocument/2006/relationships/slideLayout" Target="/ppt/slideLayouts/slideLayout1.xml" Id="R3401fb11486a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01fb11486a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5bb29414b4ae7" /><Relationship Type="http://schemas.openxmlformats.org/officeDocument/2006/relationships/notesSlide" Target="/ppt/notesSlides/notesSlide1.xml" Id="R5728864c8738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3f4f1efbb4caf" /><Relationship Type="http://schemas.openxmlformats.org/officeDocument/2006/relationships/notesSlide" Target="/ppt/notesSlides/notesSlide2.xml" Id="R10ac4844e31c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6478821104115" /><Relationship Type="http://schemas.openxmlformats.org/officeDocument/2006/relationships/notesSlide" Target="/ppt/notesSlides/notesSlide3.xml" Id="Rcd072ced24cb40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d9c2f668e44f8" /><Relationship Type="http://schemas.openxmlformats.org/officeDocument/2006/relationships/notesSlide" Target="/ppt/notesSlides/notesSlide4.xml" Id="R44db35329a7b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6dd16454246bc" /><Relationship Type="http://schemas.openxmlformats.org/officeDocument/2006/relationships/notesSlide" Target="/ppt/notesSlides/notesSlide5.xml" Id="R583b34f6b475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21da342534ae0" /><Relationship Type="http://schemas.openxmlformats.org/officeDocument/2006/relationships/notesSlide" Target="/ppt/notesSlides/notesSlide6.xml" Id="Rc0a50d22607842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2173bdd3244bf" /><Relationship Type="http://schemas.openxmlformats.org/officeDocument/2006/relationships/notesSlide" Target="/ppt/notesSlides/notesSlide7.xml" Id="Rda59ece9f079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5dd536583431e" /><Relationship Type="http://schemas.openxmlformats.org/officeDocument/2006/relationships/notesSlide" Target="/ppt/notesSlides/notesSlide8.xml" Id="R5f859469d91c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5D51E-C05C-4922-8E52-2ED1A83F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69D79-9A72-4A2F-87B5-F474EAC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Sense the 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531C-038D-40A8-9832-0FCC722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Turn LDR data into a dependable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A42A4-A725-4D67-8E81-19F1A5F4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966180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DA78E-6AB1-418F-88E0-DE3562C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0508A-A04C-4E2B-850C-C3018D99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11980-CBF0-4118-878A-E2E8E97B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9C568-8426-4EF5-804E-A0B5C358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9F18-D76B-492E-9AA3-0532A9DF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The LDR turns light into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8D53A-9220-4127-9D80-6B47169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A4 changes with light; observe the real direction before coding.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A0EFF-3D40-4AF9-A043-3EF6CCE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BBBF8-A215-43CA-9BBC-A8296F9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Thresholds create categories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A2953-07EE-438D-9BCE-85B02AA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 chosen boundary separates measured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5111F-FC95-4D95-ACEB-00306460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1C138-12ED-4F42-9BAE-5632770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The loop keeps responding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1E972-9B1F-4B60-83A6-00396A7C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Read, compare, update and repeat as light changes.</a:t>
            </a:r>
          </a:p>
        </p:txBody>
      </p:sp>
    </p:spTree>
    <p:extLst>
      <p:ext uri="{BB962C8B-B14F-4D97-AF65-F5344CB8AC3E}">
        <p14:creationId xmlns:p14="http://schemas.microsoft.com/office/powerpoint/2010/main" val="512225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C424A-8F46-4D18-8346-345FADAD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5645A-B7B6-41AE-85C8-053C4E6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5.1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6F641-B2FB-463F-898B-9889B020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LDR turns light into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DC936-47C4-4570-A80B-9C80679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A4 changes with light; observe the real direction before coding.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E3DFA-7C21-4F94-B01F-96043215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AAE99-0B7A-4CF4-A91F-01225A3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DA5A8-1B1D-4542-BC51-95DB598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B9FF1-6C14-48D7-99E1-D7E7D4F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CB66-DEDE-4317-A444-166A659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A4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F246A-3B7E-45DE-B711-5D6BC7D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E7B76-CBEC-4E14-9D87-4A0C0050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AC240-0777-42C9-BCAD-6262BB0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DEFD9-E8BB-434D-8744-31B6AA1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505224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64DBC-372E-4878-9FA3-8E49358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706E1-DC31-497D-843A-7E380511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5.2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0141-EDB5-4797-9516-19D0811D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Thresholds create categories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5B61D-27D5-4A4A-A096-2BC73B35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 chosen boundary separates measured conditions.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65EB-443B-45A1-B15D-8155811A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6A4D3-AB2F-4B93-A210-59BB5E58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15367-7533-4D6A-B3C3-AEF0ABB5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9CDBD-09A6-4C77-854F-6F414C15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49C18-3A23-4498-A956-BB67C0F3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5BAD0-395A-4051-BA0E-3A10099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BAB77-9E50-4E41-AA9A-29FFC0D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965D9-56A2-4E52-8BD3-3030F499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7FE0D-E85E-44D1-8FE3-A4168B9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631529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1CD1C-2826-445F-8B79-2B6ADE0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F08F0-2B95-49EE-AC9F-3C9836E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5.3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496BE-EF9B-4698-88D5-61B70117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loop keeps responding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95545-752F-43D6-AE49-1761E4B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Read, compare, update and repeat as light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56B61-376C-45F6-981C-2E0F0D7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FF3B-BA80-46C8-8B86-6987754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6EFB-6D66-4035-B65C-2466681A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7A069-599A-47FC-A352-002FD7A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ACB33-A97F-47F3-BE3D-2A2F92D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8DB0E-93BA-418C-8C80-46C16767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D6075-AECB-45CA-B88E-B5C3D9A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7E50E-64A7-402D-BB13-E859B92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04124-DE10-4AE0-B951-19B1F9F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10184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47396-1E9A-406F-ACDE-506747B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9202C-8069-4B51-9C3B-6531B2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6A04C-F853-489C-958A-6CB192A8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48CC3-A1F6-4CF4-B352-4A91A82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8ADF9-EA82-4059-96E3-03813449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job belongs to the LDR?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9CEAA-FA99-4D32-B084-C636BFA1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20791-8253-4452-867F-DF365BAC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How should a threshold be chosen?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99622-AACB-4B86-BDAA-F1B51D73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BAA10-1D62-4726-B38D-9A2381EE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operator fits lower alert readings?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D08D-B465-4DF6-9358-2AEB24C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2363E-EC9A-4A68-9D2B-1E0E6DFD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must the normal branch set outputs too?</a:t>
            </a:r>
          </a:p>
        </p:txBody>
      </p:sp>
    </p:spTree>
    <p:extLst>
      <p:ext uri="{BB962C8B-B14F-4D97-AF65-F5344CB8AC3E}">
        <p14:creationId xmlns:p14="http://schemas.microsoft.com/office/powerpoint/2010/main" val="1390634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977E2-3904-486B-91FD-DDC7CE26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8013B-8585-4E5F-9AC5-4F170D0D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CF158-F2B7-4AE6-9866-3C2716F1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0AB73-4026-4D3B-B149-9A79B83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AC1CB-26E4-403D-BC0F-186689EB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B824A-95A4-4997-9D4A-3255CD5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1CAF1-37C0-412F-852C-AF9294EE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787C3-9C4C-40B3-B378-78D9F64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15D95-3F7B-485C-8185-E5E2D8A0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3EDC5-FDE4-4C2E-AAB7-A5BCE4C3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34C18-38EB-46D3-A06C-5527ED85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5189C-AC24-4B31-B31D-9B476A3E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193561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23165-E884-4336-B829-8F90FE6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2CF55-20B6-428D-BF03-AB477C8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A883-2D08-4683-9477-E3A990C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03441-1490-4C54-BF06-8896C247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Justify one threshold from bright and covered readings.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E9815-8A7E-4C76-ADCA-D20851B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843231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2026-08-10T16:18:00.1680000Z</dcterms:created>
  <dcterms:modified xsi:type="dcterms:W3CDTF">2026-08-10T16:18:00.1680000Z</dcterms:modified>
</coreProperties>
</file>