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1037facf4a4f69" /><Relationship Type="http://schemas.openxmlformats.org/officeDocument/2006/relationships/extended-properties" Target="/docProps/app.xml" Id="R4d222cf449ff43ea" /><Relationship Type="http://schemas.openxmlformats.org/officeDocument/2006/relationships/officeDocument" Target="/ppt/presentation.xml" Id="R665117ef2d59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3b174c5654bb4"/>
  </p:sldMasterIdLst>
  <p:notesMasterIdLst>
    <p:notesMasterId xmlns:r="http://schemas.openxmlformats.org/officeDocument/2006/relationships" r:id="R14595553850941e1"/>
  </p:notesMasterIdLst>
  <p:sldIdLst>
    <p:sldId xmlns:r="http://schemas.openxmlformats.org/officeDocument/2006/relationships" id="256" r:id="R1d731b36c45c41d4"/>
    <p:sldId xmlns:r="http://schemas.openxmlformats.org/officeDocument/2006/relationships" id="257" r:id="Ref12e0c1fd1e4721"/>
    <p:sldId xmlns:r="http://schemas.openxmlformats.org/officeDocument/2006/relationships" id="258" r:id="R8b7726af2a184e7f"/>
    <p:sldId xmlns:r="http://schemas.openxmlformats.org/officeDocument/2006/relationships" id="259" r:id="R856b0e5d689647be"/>
    <p:sldId xmlns:r="http://schemas.openxmlformats.org/officeDocument/2006/relationships" id="260" r:id="R98eff10830e94ae8"/>
    <p:sldId xmlns:r="http://schemas.openxmlformats.org/officeDocument/2006/relationships" id="261" r:id="Rb1bfa523496b47df"/>
    <p:sldId xmlns:r="http://schemas.openxmlformats.org/officeDocument/2006/relationships" id="262" r:id="R533055e560f14c1c"/>
    <p:sldId xmlns:r="http://schemas.openxmlformats.org/officeDocument/2006/relationships" id="263" r:id="R2b030946863644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8655bb26a64ecb" /><Relationship Type="http://schemas.openxmlformats.org/officeDocument/2006/relationships/slideMaster" Target="/ppt/slideMasters/slideMaster1.xml" Id="R6903b174c5654bb4" /><Relationship Type="http://schemas.openxmlformats.org/officeDocument/2006/relationships/notesMaster" Target="/ppt/notesMasters/notesMaster1.xml" Id="R14595553850941e1" /><Relationship Type="http://schemas.openxmlformats.org/officeDocument/2006/relationships/presProps" Target="/ppt/presProps.xml" Id="R159f5dba373b4b61" /><Relationship Type="http://schemas.openxmlformats.org/officeDocument/2006/relationships/tableStyles" Target="/ppt/tableStyles.xml" Id="Re44d237143a34acf" /><Relationship Type="http://schemas.openxmlformats.org/officeDocument/2006/relationships/slide" Target="/ppt/slides/slide1.xml" Id="R1d731b36c45c41d4" /><Relationship Type="http://schemas.openxmlformats.org/officeDocument/2006/relationships/slide" Target="/ppt/slides/slide2.xml" Id="Ref12e0c1fd1e4721" /><Relationship Type="http://schemas.openxmlformats.org/officeDocument/2006/relationships/slide" Target="/ppt/slides/slide3.xml" Id="R8b7726af2a184e7f" /><Relationship Type="http://schemas.openxmlformats.org/officeDocument/2006/relationships/slide" Target="/ppt/slides/slide4.xml" Id="R856b0e5d689647be" /><Relationship Type="http://schemas.openxmlformats.org/officeDocument/2006/relationships/slide" Target="/ppt/slides/slide5.xml" Id="R98eff10830e94ae8" /><Relationship Type="http://schemas.openxmlformats.org/officeDocument/2006/relationships/slide" Target="/ppt/slides/slide6.xml" Id="Rb1bfa523496b47df" /><Relationship Type="http://schemas.openxmlformats.org/officeDocument/2006/relationships/slide" Target="/ppt/slides/slide7.xml" Id="R533055e560f14c1c" /><Relationship Type="http://schemas.openxmlformats.org/officeDocument/2006/relationships/slide" Target="/ppt/slides/slide8.xml" Id="R2b0309468636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f09a9c00a49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9833084ee47a3" /><Relationship Type="http://schemas.openxmlformats.org/officeDocument/2006/relationships/notesMaster" Target="/ppt/notesMasters/notesMaster1.xml" Id="R692cccc053b742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c01a591c4b416e" /><Relationship Type="http://schemas.openxmlformats.org/officeDocument/2006/relationships/notesMaster" Target="/ppt/notesMasters/notesMaster1.xml" Id="R9308f434e672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342b8e2b94e0b" /><Relationship Type="http://schemas.openxmlformats.org/officeDocument/2006/relationships/notesMaster" Target="/ppt/notesMasters/notesMaster1.xml" Id="R0e9c54f29efd44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e931e9baf492f" /><Relationship Type="http://schemas.openxmlformats.org/officeDocument/2006/relationships/notesMaster" Target="/ppt/notesMasters/notesMaster1.xml" Id="R9b6b637fe39b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3bd421afe8455a" /><Relationship Type="http://schemas.openxmlformats.org/officeDocument/2006/relationships/notesMaster" Target="/ppt/notesMasters/notesMaster1.xml" Id="R07684978b8294b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a0bd479a0e4084" /><Relationship Type="http://schemas.openxmlformats.org/officeDocument/2006/relationships/notesMaster" Target="/ppt/notesMasters/notesMaster1.xml" Id="R9bf7d222ed074d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8ed872c99f45fb" /><Relationship Type="http://schemas.openxmlformats.org/officeDocument/2006/relationships/notesMaster" Target="/ppt/notesMasters/notesMaster1.xml" Id="R3426ffdae1e342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a22c57666249c9" /><Relationship Type="http://schemas.openxmlformats.org/officeDocument/2006/relationships/notesMaster" Target="/ppt/notesMasters/notesMaster1.xml" Id="Re7cb02a3d5d545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Read a digital input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If/else creates two paths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 variable remembers state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2c3d3b136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ceb654ea5d47df" /><Relationship Type="http://schemas.openxmlformats.org/officeDocument/2006/relationships/slideLayout" Target="/ppt/slideLayouts/slideLayout1.xml" Id="Reaea146770a545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a146770a545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33ae0acfc424b" /><Relationship Type="http://schemas.openxmlformats.org/officeDocument/2006/relationships/notesSlide" Target="/ppt/notesSlides/notesSlide1.xml" Id="Rf5b16d4a1ecf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1adb42638435d" /><Relationship Type="http://schemas.openxmlformats.org/officeDocument/2006/relationships/notesSlide" Target="/ppt/notesSlides/notesSlide2.xml" Id="R05c16ebb385f47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58c32d6614f8f" /><Relationship Type="http://schemas.openxmlformats.org/officeDocument/2006/relationships/notesSlide" Target="/ppt/notesSlides/notesSlide3.xml" Id="Rb447ef0c27e847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8b53508ad40b0" /><Relationship Type="http://schemas.openxmlformats.org/officeDocument/2006/relationships/notesSlide" Target="/ppt/notesSlides/notesSlide4.xml" Id="R5c9a1249e0b149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4f1510a874903" /><Relationship Type="http://schemas.openxmlformats.org/officeDocument/2006/relationships/notesSlide" Target="/ppt/notesSlides/notesSlide5.xml" Id="R15196af6e7474a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941dc6aa64656" /><Relationship Type="http://schemas.openxmlformats.org/officeDocument/2006/relationships/notesSlide" Target="/ppt/notesSlides/notesSlide6.xml" Id="R34394f12b88240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a9c3511d413d" /><Relationship Type="http://schemas.openxmlformats.org/officeDocument/2006/relationships/notesSlide" Target="/ppt/notesSlides/notesSlide7.xml" Id="R5a19df4806d340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b0f70da0462b" /><Relationship Type="http://schemas.openxmlformats.org/officeDocument/2006/relationships/notesSlide" Target="/ppt/notesSlides/notesSlide8.xml" Id="R7de491aa7235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997F8-DD18-4BA8-A859-BF5D2DCB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CC628-9C0F-4B87-8E82-0D2CBFC0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Make the code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A684A-F73C-41B2-AB63-658EA7FE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Read the button, branch and remember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85331-AA90-4BF7-A085-FCDAAB9F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1820735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8F65D-A8D3-49AC-9FD0-92A2B9EC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707E3-7CB2-404B-A250-7ADEBEB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4DB70-1205-44B6-A7EF-A2825146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B8901-CAE6-4BBD-822F-B800876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4E7DC-D7D7-4B94-A976-89F2B7D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Read a digital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852C9-2339-428E-8885-80778B94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Pin 7 reports two logic states that must be observed.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406D9-E139-4370-B3EF-FC3144A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64DF8-9BDF-4592-8934-129ED82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If/else creates two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884D0-26C9-4AAC-AD7B-A5645221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Only the branch selected by the condition runs.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485BD-18FC-478D-B8ED-E36E03BB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CE0F2-496A-4100-B8A9-38E99F9F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A variable remembers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D422F-8A6B-437E-B5CF-D43B2671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 Boolean can preserve on or off between button events.</a:t>
            </a:r>
          </a:p>
        </p:txBody>
      </p:sp>
    </p:spTree>
    <p:extLst>
      <p:ext uri="{BB962C8B-B14F-4D97-AF65-F5344CB8AC3E}">
        <p14:creationId xmlns:p14="http://schemas.microsoft.com/office/powerpoint/2010/main" val="1217033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0AC96-9779-43E4-B701-431B0814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E2748-4987-476A-AE24-7BCC0AE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6.1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F2DB9-11E7-4B39-BB2E-960E56F4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Read a digital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0B81A-B186-46E2-AC00-403290E7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Pin 7 reports two logic states that must be observed.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FE2E2-71C6-4A66-91A0-8054DC1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E3D23-61E0-4E79-B4D2-48B53CF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BUTTON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90608-8016-4EDB-9D15-4932645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0AB0-7410-4E7D-8284-570AD4FB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275A5-B84D-4647-BB8E-1A5DF359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PIN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26684-6290-4D36-AA01-88F676EF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C6D87-62F5-4846-8BF9-D478BBAA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F6D1A-A413-40AA-A6C1-40D90046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C6BDB-2C8A-4CBC-A19F-0477F75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812913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034CC-686E-4DD4-A991-8412FAF6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1E8AF-7B72-4BEA-9423-C8771B06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6.2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4FC56-A3BE-42DC-A4A8-21150641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If/else creates two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6AD1E-27B0-4FF7-8EDB-923D7D87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Only the branch selected by the condition runs.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764F1-1D97-4D1A-947C-43521551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620B3-1CBC-4550-9614-20E3AB6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58CB7-9968-4D06-8FC1-36AD0750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3807D-6DD0-44EF-B588-92AA54D8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3476D-80F2-45B7-A7D4-7959D57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DFC94-A8E8-47D3-9C8B-92D2406D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D725C-323B-49AC-8E56-A86DB15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661BC-326A-43B1-B3F3-A4DBEAC6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F46A6-44C0-4236-A403-BFBC5780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262317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E28DA-5308-413D-B2FA-152F2F22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5477-EC04-47C2-8601-70A32736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6.3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F1910-4AD6-4D35-944D-5A5ABDA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variable remembers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920B0-2512-4EC7-81A3-5CA9890C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 Boolean can preserve on or off between button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6FC4D-D641-47EB-88C0-CA723FB2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A58ED-F3BB-4ABE-B30D-70E1FD7A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OLD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3E701-3601-4890-8F23-33F7C16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6BF87-3263-4754-8B24-4709B981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1FF73-E0C5-46F6-A76F-1FB34646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D191E-325C-4E96-9584-3569F0B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7A4FE-0B52-4EB3-8CD8-648FCC6F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A63B5-B7E1-40C6-AEA8-3CBAFC5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NEW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626EF-E32D-40F3-8472-C5DE94D6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365114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E724C-97A5-4B1B-B8F6-2698F8D4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54397-C89D-4000-A962-BE3F460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978BC-4A2B-4ED1-9864-C2C85660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562A9-F553-4A73-9462-49E371AE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A7AC8-D812-4306-96FD-3C175254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might pressed equal LOW?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51A8F-7A99-450E-98C6-A8B0804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A6BE-AB9C-4EB4-802B-A42385C5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is the difference between = and ==?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513AC-B25B-49FF-935F-E26B33E5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5235F-BE84-4257-9D1D-E5BBF2A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must each branch define?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EF2C4-68AE-46D9-A588-A2BCEC65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C7AED-EF02-4B4C-8DB2-1C2AC43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How does a Boolean support toggle behaviour?</a:t>
            </a:r>
          </a:p>
        </p:txBody>
      </p:sp>
    </p:spTree>
    <p:extLst>
      <p:ext uri="{BB962C8B-B14F-4D97-AF65-F5344CB8AC3E}">
        <p14:creationId xmlns:p14="http://schemas.microsoft.com/office/powerpoint/2010/main" val="1565740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3B2F6-928C-42D8-90BC-B149DAC4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E8811-4382-49E6-9AE1-7B61EBA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AA5A8-2982-4D19-BBA0-CF052C88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2B347-04D7-4B25-BEA2-24753A59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22318-B453-4B55-8297-9CE87DC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9BECB-9040-4B68-9ABF-5765DB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8017-9084-47C5-872B-D2F541E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172BA-C4C5-4ACA-9EE0-F5F5C218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E5245-2D34-4F79-969E-40930764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AE1E7-F3E5-4CEA-BDAE-ACE1E149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3C87B-66C8-4EBD-B9DA-9C5BB4D4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90F17-7193-46B4-809B-A941BD05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1548032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084C5-4231-4DC1-A02D-A24407E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02AC7-D3AB-48EA-893F-B96D64C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9DBF2-C6C4-43A6-8B6C-AFFE8178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54BB3-F9C6-4AAF-A1BE-38DED1E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Trace two recognised button presses through a Boolean.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4DE84-4F53-4EBA-9D15-8E8321E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922472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2026-08-10T16:18:00.7100000Z</dcterms:created>
  <dcterms:modified xsi:type="dcterms:W3CDTF">2026-08-10T16:18:00.7100000Z</dcterms:modified>
</coreProperties>
</file>