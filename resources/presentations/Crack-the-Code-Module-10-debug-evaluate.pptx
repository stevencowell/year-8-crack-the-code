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f5253169d646e7" /><Relationship Type="http://schemas.openxmlformats.org/officeDocument/2006/relationships/extended-properties" Target="/docProps/app.xml" Id="R0b85524a01b844ee" /><Relationship Type="http://schemas.openxmlformats.org/officeDocument/2006/relationships/officeDocument" Target="/ppt/presentation.xml" Id="R83c3f0c4f7eb44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36c1270e20455e"/>
  </p:sldMasterIdLst>
  <p:notesMasterIdLst>
    <p:notesMasterId xmlns:r="http://schemas.openxmlformats.org/officeDocument/2006/relationships" r:id="R38bb279bbfe84fd7"/>
  </p:notesMasterIdLst>
  <p:sldIdLst>
    <p:sldId xmlns:r="http://schemas.openxmlformats.org/officeDocument/2006/relationships" id="256" r:id="Rb12419f46d8741b5"/>
    <p:sldId xmlns:r="http://schemas.openxmlformats.org/officeDocument/2006/relationships" id="257" r:id="Raefb496ca02f4211"/>
    <p:sldId xmlns:r="http://schemas.openxmlformats.org/officeDocument/2006/relationships" id="258" r:id="Ra88ce8c1021a420b"/>
    <p:sldId xmlns:r="http://schemas.openxmlformats.org/officeDocument/2006/relationships" id="259" r:id="R3e0a2042795b49ff"/>
    <p:sldId xmlns:r="http://schemas.openxmlformats.org/officeDocument/2006/relationships" id="260" r:id="Rff914d5d910e4834"/>
    <p:sldId xmlns:r="http://schemas.openxmlformats.org/officeDocument/2006/relationships" id="261" r:id="R6f044aa17b9345d2"/>
    <p:sldId xmlns:r="http://schemas.openxmlformats.org/officeDocument/2006/relationships" id="262" r:id="R4af8db443cd64c7c"/>
    <p:sldId xmlns:r="http://schemas.openxmlformats.org/officeDocument/2006/relationships" id="263" r:id="R17c8b9b3174244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437d5124d8498d" /><Relationship Type="http://schemas.openxmlformats.org/officeDocument/2006/relationships/slideMaster" Target="/ppt/slideMasters/slideMaster1.xml" Id="R2b36c1270e20455e" /><Relationship Type="http://schemas.openxmlformats.org/officeDocument/2006/relationships/notesMaster" Target="/ppt/notesMasters/notesMaster1.xml" Id="R38bb279bbfe84fd7" /><Relationship Type="http://schemas.openxmlformats.org/officeDocument/2006/relationships/presProps" Target="/ppt/presProps.xml" Id="R2c3e02b586da4c9a" /><Relationship Type="http://schemas.openxmlformats.org/officeDocument/2006/relationships/tableStyles" Target="/ppt/tableStyles.xml" Id="R8333aa1bbabe4bf3" /><Relationship Type="http://schemas.openxmlformats.org/officeDocument/2006/relationships/slide" Target="/ppt/slides/slide1.xml" Id="Rb12419f46d8741b5" /><Relationship Type="http://schemas.openxmlformats.org/officeDocument/2006/relationships/slide" Target="/ppt/slides/slide2.xml" Id="Raefb496ca02f4211" /><Relationship Type="http://schemas.openxmlformats.org/officeDocument/2006/relationships/slide" Target="/ppt/slides/slide3.xml" Id="Ra88ce8c1021a420b" /><Relationship Type="http://schemas.openxmlformats.org/officeDocument/2006/relationships/slide" Target="/ppt/slides/slide4.xml" Id="R3e0a2042795b49ff" /><Relationship Type="http://schemas.openxmlformats.org/officeDocument/2006/relationships/slide" Target="/ppt/slides/slide5.xml" Id="Rff914d5d910e4834" /><Relationship Type="http://schemas.openxmlformats.org/officeDocument/2006/relationships/slide" Target="/ppt/slides/slide6.xml" Id="R6f044aa17b9345d2" /><Relationship Type="http://schemas.openxmlformats.org/officeDocument/2006/relationships/slide" Target="/ppt/slides/slide7.xml" Id="R4af8db443cd64c7c" /><Relationship Type="http://schemas.openxmlformats.org/officeDocument/2006/relationships/slide" Target="/ppt/slides/slide8.xml" Id="R17c8b9b3174244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93783e0cd249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fe14b9feab411c" /><Relationship Type="http://schemas.openxmlformats.org/officeDocument/2006/relationships/notesMaster" Target="/ppt/notesMasters/notesMaster1.xml" Id="Ra0d6ed6a0fff4a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fb327ba1c64084" /><Relationship Type="http://schemas.openxmlformats.org/officeDocument/2006/relationships/notesMaster" Target="/ppt/notesMasters/notesMaster1.xml" Id="Rd9e6b3a4331343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0cbef587c64d5b" /><Relationship Type="http://schemas.openxmlformats.org/officeDocument/2006/relationships/notesMaster" Target="/ppt/notesMasters/notesMaster1.xml" Id="R31e4d562737047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5e960e12cb401f" /><Relationship Type="http://schemas.openxmlformats.org/officeDocument/2006/relationships/notesMaster" Target="/ppt/notesMasters/notesMaster1.xml" Id="R751b29b2898a47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2d62ad95be4245" /><Relationship Type="http://schemas.openxmlformats.org/officeDocument/2006/relationships/notesMaster" Target="/ppt/notesMasters/notesMaster1.xml" Id="R749b2e6fd76848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46e2db12fb43c8" /><Relationship Type="http://schemas.openxmlformats.org/officeDocument/2006/relationships/notesMaster" Target="/ppt/notesMasters/notesMaster1.xml" Id="R122731a3375c4d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4957bc03b34800" /><Relationship Type="http://schemas.openxmlformats.org/officeDocument/2006/relationships/notesMaster" Target="/ppt/notesMasters/notesMaster1.xml" Id="Re558a655e2a842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daa8f6fd7a4be5" /><Relationship Type="http://schemas.openxmlformats.org/officeDocument/2006/relationships/notesMaster" Target="/ppt/notesMasters/notesMaster1.xml" Id="R70762caa70644b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title to preview the module’s purpose. Ask students to connect it with the previous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all three theory sections. Ask students to predict how the ideas connect.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Debug one cause at a time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Evaluation needs evidence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Protect the final work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aloud or on paper. Do not reveal website quiz answers; use responses to decide which theory section to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full answer. Direct students back to the precise section and ask which evidence actually answers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quick written or verbal exit ticket. The response should show the module idea, not merely repeat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77ad3a454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6172cac3b24c9d" /><Relationship Type="http://schemas.openxmlformats.org/officeDocument/2006/relationships/slideLayout" Target="/ppt/slideLayouts/slideLayout1.xml" Id="R53e5cc79ded64e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5cc79ded64e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54f891f6844c3" /><Relationship Type="http://schemas.openxmlformats.org/officeDocument/2006/relationships/notesSlide" Target="/ppt/notesSlides/notesSlide1.xml" Id="R4e6e737d338846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c1ad64b274fb4" /><Relationship Type="http://schemas.openxmlformats.org/officeDocument/2006/relationships/notesSlide" Target="/ppt/notesSlides/notesSlide2.xml" Id="R99e8368dbda148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697114c174399" /><Relationship Type="http://schemas.openxmlformats.org/officeDocument/2006/relationships/notesSlide" Target="/ppt/notesSlides/notesSlide3.xml" Id="R01cd2cb3bccc45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065086edd4534" /><Relationship Type="http://schemas.openxmlformats.org/officeDocument/2006/relationships/notesSlide" Target="/ppt/notesSlides/notesSlide4.xml" Id="R39defd7f6e2b48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d6fee5edd45dd" /><Relationship Type="http://schemas.openxmlformats.org/officeDocument/2006/relationships/notesSlide" Target="/ppt/notesSlides/notesSlide5.xml" Id="Rbdb22eaf31dc49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3ce84acee4f39" /><Relationship Type="http://schemas.openxmlformats.org/officeDocument/2006/relationships/notesSlide" Target="/ppt/notesSlides/notesSlide6.xml" Id="R0c5775909a3747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2dcc6be894571" /><Relationship Type="http://schemas.openxmlformats.org/officeDocument/2006/relationships/notesSlide" Target="/ppt/notesSlides/notesSlide7.xml" Id="Rc0def1ffaade48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93d7886004b54" /><Relationship Type="http://schemas.openxmlformats.org/officeDocument/2006/relationships/notesSlide" Target="/ppt/notesSlides/notesSlide8.xml" Id="R800cc8ae0a9445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31A95-00C7-4CBF-86E3-4E9B10CB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FF"/>
                </a:solidFill>
              </a:defRPr>
            </a:pPr>
            <a:r>
              <a:rPr sz="1350" b="1">
                <a:solidFill>
                  <a:srgbClr val="38D9FF"/>
                </a:solidFill>
              </a:rPr>
              <a:t>MODULE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30174-93C0-416D-B263-A372D274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Debug, improve and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B8D60-0F78-45B8-A6ED-378C5781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E6EE"/>
                </a:solidFill>
              </a:defRPr>
            </a:pPr>
            <a:r>
              <a:rPr sz="1875" b="0">
                <a:solidFill>
                  <a:srgbClr val="C9E6EE"/>
                </a:solidFill>
              </a:rPr>
              <a:t>Use evidence to fix faults and judge the solution.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6A986-6544-4DDA-BBDB-A0C1BF5D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TEN-WEEK YEAR 7–8 TECHNOLOGY COURSE</a:t>
            </a:r>
          </a:p>
        </p:txBody>
      </p:sp>
    </p:spTree>
    <p:extLst>
      <p:ext uri="{BB962C8B-B14F-4D97-AF65-F5344CB8AC3E}">
        <p14:creationId xmlns:p14="http://schemas.microsoft.com/office/powerpoint/2010/main" val="1985633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7BA08-29E9-4E75-87FB-9C361EBE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EBEB6-43BA-4B08-9E8A-49ECE7CB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ROADMAP  ·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5ABD1-2196-4827-A185-E0094991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B"/>
                </a:solidFill>
              </a:defRPr>
            </a:pPr>
            <a:r>
              <a:rPr sz="3000" b="1">
                <a:solidFill>
                  <a:srgbClr val="071A2B"/>
                </a:solidFill>
              </a:rPr>
              <a:t>Three ideas build one stronger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85F9E-5710-401B-A73B-2F1E9ECD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28765-A5C6-46BB-B1EE-181C46FD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Debug one cause at a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F70BC-F792-49A4-8798-4E76379A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Reproduce, isolate, change one cause and retest.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8346E-2668-4439-91E6-5AF1BC6F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2ADC4-8E4F-42C6-BD21-118AA6B3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Evaluation needs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15BAB-B9D7-42D0-AFF3-9B338102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Criterion, result and judgement turn claims into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7D85A-417F-43FC-A0F2-CCC74AC2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01359-27A0-492B-BD68-7A0A67A4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Protect the final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CAACE-E6E9-4839-8DFD-F023A84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Named versions and backups are separate from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149264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E4978-A18E-480D-921D-87E412EE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343A4-FE7E-407B-8B80-5FFF54C3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10.1  ·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F2BC3-A013-4D78-A561-42FDCAC9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Debug one cause at a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00CE7-4EED-42D0-B110-6AA7F75F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Reproduce, isolate, change one cause and retest.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0D68B-DB99-4A6C-9075-AF786B8B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A79D-2C81-4B73-8798-9599C96D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SYMPTOM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A65C6-6424-44CA-BD63-6296CE3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C6BB9-E2CA-4AD4-BF50-A41093C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0908F-023B-47E2-BE64-8A13EC1D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ONE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39D1E-CF38-4AD8-9D2F-6E555D24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728BF-DA18-4BAE-8D83-E74F2163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F8DD6-2170-46E0-8B8E-F615846B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1C61B-F36A-4CB3-96C5-A148974E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971569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876DD-5AD9-476E-9D0F-AA91B7B4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61BEA-2476-40CF-A979-30D772DB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10.2  ·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FC56D-8A72-43F3-A77A-594183A8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Evaluation needs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9CBDE-3075-47DC-992C-9D36C26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Criterion, result and judgement turn claims into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6B73B-6D47-4912-A8B5-FBFF7381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E95DB-119D-4C4E-BA9C-56095311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CRITERION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E7988-25B8-4E19-9D08-CCFE2E96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BA1B4-41AF-4201-B8ED-801FB451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B0B53-2BFC-4D96-8C0D-7E08C0C9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99B8E-028A-4049-B183-571862E8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60C09-1E63-45DF-980A-B22546B2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9EAEF-7C57-498A-BDEF-E8D96CD0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JUDGEMENT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C03A1-94C5-490B-AF94-1A4D6999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2796112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108BB-E7BE-47D2-ADD1-D5E45933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87A55-7411-4268-B639-3FCFC4A1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10.3  ·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04741-CEA2-444C-BA15-C01336A7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Protect the final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62E98-BA84-48EB-914C-0601345B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Named versions and backups are separate from formal submission.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EA8E6-0628-4A09-986E-66791726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C9895-4AFB-488E-9D1F-2B6E13D8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77B19-35C5-439D-9591-450E7147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EA0EF-29E3-408B-96A1-90143613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E2AB3-68AC-4A8B-BC4B-54214159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BACKUP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4A9CD-33E8-4C3F-80C0-3DE59A8A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9FE42-70C3-496C-B914-E8AAC97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E284E-10C9-4019-822C-4FE413EC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HAND-IN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672A7-4956-4B5E-8DA1-FF6A38DA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063718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7F2E7-4648-4BDB-8E4D-E60B6C6F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B15DD-2001-4573-994E-B599290E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LEARNING CHECK  ·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1890B-41D4-41E3-B85E-2AF84CBD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B"/>
                </a:solidFill>
              </a:defRPr>
            </a:pPr>
            <a:r>
              <a:rPr sz="2850" b="1">
                <a:solidFill>
                  <a:srgbClr val="071A2B"/>
                </a:solidFill>
              </a:rPr>
              <a:t>Retrieve before you return to the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8D8F8-1E8B-44EC-A09F-7EAE3BE0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059AA-AE7C-4BDA-B0FD-4C2D07BE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Where should you look if the flagged line appears correct?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7C766-5052-4520-94BF-9CE58DD7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41FDE-BC18-41E4-904B-1A68845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Why change only one cause?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38B08-B27B-42F8-9520-557B0BDD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FFC63-F6B0-4E1E-ACF3-B43475EB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makes evaluation different from description?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5F332-B2F1-4FA5-A9DB-68E23A6A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2EC3B-4B18-4595-9087-EF9BAC40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does browser autosave not do?</a:t>
            </a:r>
          </a:p>
        </p:txBody>
      </p:sp>
    </p:spTree>
    <p:extLst>
      <p:ext uri="{BB962C8B-B14F-4D97-AF65-F5344CB8AC3E}">
        <p14:creationId xmlns:p14="http://schemas.microsoft.com/office/powerpoint/2010/main" val="1924978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A88B0-860C-4136-93C3-E3DA1F01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6C86C-8B70-4323-8BB2-9A3E34A4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WRITTEN RESPONSE  ·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F36BF-369F-4A15-BAF3-ECB416BB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 → Select → Explain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40432-48AF-427F-A19B-5CA6932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7239D-96B9-443D-8BB6-EB6B5A64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1F617-0F98-4FCF-9C46-2ED14873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B9D22-5365-4CA4-BBAE-F75D883F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FEBAF-4A13-482F-ACB3-0215AF02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9D69F-93F7-40C9-958F-B9B57C4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73FE1-A85B-4A67-9B57-48BA0D1E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12987-DFFA-4A95-88AE-49002270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 +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E72F5-5100-43F6-B985-8EACE09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Sentence frame: The evidence shows… because… therefore…</a:t>
            </a:r>
          </a:p>
        </p:txBody>
      </p:sp>
    </p:spTree>
    <p:extLst>
      <p:ext uri="{BB962C8B-B14F-4D97-AF65-F5344CB8AC3E}">
        <p14:creationId xmlns:p14="http://schemas.microsoft.com/office/powerpoint/2010/main" val="2048715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0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4EDDB-9967-4461-81BA-2F4BAC15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A0C6D-1625-4FD1-A8A0-E0ED7A31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EXIT TICKET  ·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7DF36-B4D2-4465-BC7C-44881FA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Prove the idea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B68B5-5D8C-44E5-90D0-E1A26D4F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Record one precise improvement and the evidence behind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2F499-7C1D-4FC7-9A5C-D2654B6D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3F2F8"/>
                </a:solidFill>
              </a:defRPr>
            </a:pPr>
            <a:r>
              <a:rPr sz="1650" b="0">
                <a:solidFill>
                  <a:srgbClr val="D3F2F8"/>
                </a:solidFill>
              </a:rPr>
              <a:t>Then open the linked project activity and save one specific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1728100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2026-08-10T16:18:02.7220000Z</dcterms:created>
  <dcterms:modified xsi:type="dcterms:W3CDTF">2026-08-10T16:18:02.7220000Z</dcterms:modified>
</coreProperties>
</file>