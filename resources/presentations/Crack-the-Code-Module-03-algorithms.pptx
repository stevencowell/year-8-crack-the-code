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1c7fc058364ba6" /><Relationship Type="http://schemas.openxmlformats.org/officeDocument/2006/relationships/extended-properties" Target="/docProps/app.xml" Id="R8bd0d40cbc714b85" /><Relationship Type="http://schemas.openxmlformats.org/officeDocument/2006/relationships/officeDocument" Target="/ppt/presentation.xml" Id="R79fbefc8b36347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407830868a49d9"/>
  </p:sldMasterIdLst>
  <p:notesMasterIdLst>
    <p:notesMasterId xmlns:r="http://schemas.openxmlformats.org/officeDocument/2006/relationships" r:id="Rab28ba6fed664bc8"/>
  </p:notesMasterIdLst>
  <p:sldIdLst>
    <p:sldId xmlns:r="http://schemas.openxmlformats.org/officeDocument/2006/relationships" id="256" r:id="R1d3a9d201c3d494c"/>
    <p:sldId xmlns:r="http://schemas.openxmlformats.org/officeDocument/2006/relationships" id="257" r:id="Rc5b6da748d1c4070"/>
    <p:sldId xmlns:r="http://schemas.openxmlformats.org/officeDocument/2006/relationships" id="258" r:id="Re625acd5ba354331"/>
    <p:sldId xmlns:r="http://schemas.openxmlformats.org/officeDocument/2006/relationships" id="259" r:id="R7a6fe5916a38413a"/>
    <p:sldId xmlns:r="http://schemas.openxmlformats.org/officeDocument/2006/relationships" id="260" r:id="R700d446af5f148d6"/>
    <p:sldId xmlns:r="http://schemas.openxmlformats.org/officeDocument/2006/relationships" id="261" r:id="Rb342f891fd304b20"/>
    <p:sldId xmlns:r="http://schemas.openxmlformats.org/officeDocument/2006/relationships" id="262" r:id="R2b1d30d318b947f8"/>
    <p:sldId xmlns:r="http://schemas.openxmlformats.org/officeDocument/2006/relationships" id="263" r:id="R04aebb6f836940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38e56cdc114911" /><Relationship Type="http://schemas.openxmlformats.org/officeDocument/2006/relationships/slideMaster" Target="/ppt/slideMasters/slideMaster1.xml" Id="R5c407830868a49d9" /><Relationship Type="http://schemas.openxmlformats.org/officeDocument/2006/relationships/notesMaster" Target="/ppt/notesMasters/notesMaster1.xml" Id="Rab28ba6fed664bc8" /><Relationship Type="http://schemas.openxmlformats.org/officeDocument/2006/relationships/presProps" Target="/ppt/presProps.xml" Id="Rdc3b68d1434c4d70" /><Relationship Type="http://schemas.openxmlformats.org/officeDocument/2006/relationships/tableStyles" Target="/ppt/tableStyles.xml" Id="R55b746409a714176" /><Relationship Type="http://schemas.openxmlformats.org/officeDocument/2006/relationships/slide" Target="/ppt/slides/slide1.xml" Id="R1d3a9d201c3d494c" /><Relationship Type="http://schemas.openxmlformats.org/officeDocument/2006/relationships/slide" Target="/ppt/slides/slide2.xml" Id="Rc5b6da748d1c4070" /><Relationship Type="http://schemas.openxmlformats.org/officeDocument/2006/relationships/slide" Target="/ppt/slides/slide3.xml" Id="Re625acd5ba354331" /><Relationship Type="http://schemas.openxmlformats.org/officeDocument/2006/relationships/slide" Target="/ppt/slides/slide4.xml" Id="R7a6fe5916a38413a" /><Relationship Type="http://schemas.openxmlformats.org/officeDocument/2006/relationships/slide" Target="/ppt/slides/slide5.xml" Id="R700d446af5f148d6" /><Relationship Type="http://schemas.openxmlformats.org/officeDocument/2006/relationships/slide" Target="/ppt/slides/slide6.xml" Id="Rb342f891fd304b20" /><Relationship Type="http://schemas.openxmlformats.org/officeDocument/2006/relationships/slide" Target="/ppt/slides/slide7.xml" Id="R2b1d30d318b947f8" /><Relationship Type="http://schemas.openxmlformats.org/officeDocument/2006/relationships/slide" Target="/ppt/slides/slide8.xml" Id="R04aebb6f836940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c237243b5a4d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18bac070394085" /><Relationship Type="http://schemas.openxmlformats.org/officeDocument/2006/relationships/notesMaster" Target="/ppt/notesMasters/notesMaster1.xml" Id="R9d079326c59e42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27ca08b0684262" /><Relationship Type="http://schemas.openxmlformats.org/officeDocument/2006/relationships/notesMaster" Target="/ppt/notesMasters/notesMaster1.xml" Id="Rb7b9f17610424e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5aebbe77ad4697" /><Relationship Type="http://schemas.openxmlformats.org/officeDocument/2006/relationships/notesMaster" Target="/ppt/notesMasters/notesMaster1.xml" Id="Re12d2c354bb44a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5c655c752a4789" /><Relationship Type="http://schemas.openxmlformats.org/officeDocument/2006/relationships/notesMaster" Target="/ppt/notesMasters/notesMaster1.xml" Id="Re1662625637d4d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d19d17cbd84a92" /><Relationship Type="http://schemas.openxmlformats.org/officeDocument/2006/relationships/notesMaster" Target="/ppt/notesMasters/notesMaster1.xml" Id="R450baca72f2347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e682e666e84761" /><Relationship Type="http://schemas.openxmlformats.org/officeDocument/2006/relationships/notesMaster" Target="/ppt/notesMasters/notesMaster1.xml" Id="Rdb02405b9bd541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ffc814c92949cb" /><Relationship Type="http://schemas.openxmlformats.org/officeDocument/2006/relationships/notesMaster" Target="/ppt/notesMasters/notesMaster1.xml" Id="Ra1a3ced927bb46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a37910cfe34904" /><Relationship Type="http://schemas.openxmlformats.org/officeDocument/2006/relationships/notesMaster" Target="/ppt/notesMasters/notesMaster1.xml" Id="Rc47e5eb724ad44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title to preview the module’s purpose. Ask students to connect it with the previous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all three theory sections. Ask students to predict how the ideas connect.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Algorithms are ordered solutions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Pseudocode keeps focus on logic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Flowcharts show alternative paths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aloud or on paper. Do not reveal website quiz answers; use responses to decide which theory section to revisit.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full answer. Direct students back to the precise section and ask which evidence actually answers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quick written or verbal exit ticket. The response should show the module idea, not merely repeat a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6d506125e46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4e270682b1470a" /><Relationship Type="http://schemas.openxmlformats.org/officeDocument/2006/relationships/slideLayout" Target="/ppt/slideLayouts/slideLayout1.xml" Id="R62da11e82a794c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da11e82a794c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865b0317a4e36" /><Relationship Type="http://schemas.openxmlformats.org/officeDocument/2006/relationships/notesSlide" Target="/ppt/notesSlides/notesSlide1.xml" Id="R30a50dbf55c340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ba9efa56e47e4" /><Relationship Type="http://schemas.openxmlformats.org/officeDocument/2006/relationships/notesSlide" Target="/ppt/notesSlides/notesSlide2.xml" Id="Rfc6d485c2f5241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b11eb6b7a48ee" /><Relationship Type="http://schemas.openxmlformats.org/officeDocument/2006/relationships/notesSlide" Target="/ppt/notesSlides/notesSlide3.xml" Id="Rbb9f4d9f60b349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3c7b2b85845c1" /><Relationship Type="http://schemas.openxmlformats.org/officeDocument/2006/relationships/notesSlide" Target="/ppt/notesSlides/notesSlide4.xml" Id="R1f37854c0f9d47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867a8a2ec40fa" /><Relationship Type="http://schemas.openxmlformats.org/officeDocument/2006/relationships/notesSlide" Target="/ppt/notesSlides/notesSlide5.xml" Id="R86b1e5237c534e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90f8ec03b42ac" /><Relationship Type="http://schemas.openxmlformats.org/officeDocument/2006/relationships/notesSlide" Target="/ppt/notesSlides/notesSlide6.xml" Id="R1d1f8a2277994d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59b09816c4c89" /><Relationship Type="http://schemas.openxmlformats.org/officeDocument/2006/relationships/notesSlide" Target="/ppt/notesSlides/notesSlide7.xml" Id="R1205f65b264b47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b9d8c9d644518" /><Relationship Type="http://schemas.openxmlformats.org/officeDocument/2006/relationships/notesSlide" Target="/ppt/notesSlides/notesSlide8.xml" Id="R1578a6a7561542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EEAE1-82B8-4314-BC60-5FCD5982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FF"/>
                </a:solidFill>
              </a:defRPr>
            </a:pPr>
            <a:r>
              <a:rPr sz="1350" b="1">
                <a:solidFill>
                  <a:srgbClr val="38D9FF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F3799-2CC4-4FE8-BECB-6E14267A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Plan the logic before coding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3C5ED-99F4-4812-B232-80A14A55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E6EE"/>
                </a:solidFill>
              </a:defRPr>
            </a:pPr>
            <a:r>
              <a:rPr sz="1875" b="0">
                <a:solidFill>
                  <a:srgbClr val="C9E6EE"/>
                </a:solidFill>
              </a:rPr>
              <a:t>Make the solution precise before syntax gets involved.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D7C5F-8395-4ED0-AA97-08C2A57F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4D"/>
                </a:solidFill>
              </a:defRPr>
            </a:pPr>
            <a:r>
              <a:rPr sz="1125" b="1">
                <a:solidFill>
                  <a:srgbClr val="FFB84D"/>
                </a:solidFill>
              </a:rPr>
              <a:t>TEN-WEEK YEAR 7–8 TECHNOLOGY COURSE</a:t>
            </a:r>
          </a:p>
        </p:txBody>
      </p:sp>
    </p:spTree>
    <p:extLst>
      <p:ext uri="{BB962C8B-B14F-4D97-AF65-F5344CB8AC3E}">
        <p14:creationId xmlns:p14="http://schemas.microsoft.com/office/powerpoint/2010/main" val="872232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428FF-E929-40A1-B1AA-34F9B322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4F516-3987-4E56-B793-CCD8E111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ROADMAP  ·  2/8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30109-A7C6-4BAB-AE19-374E0633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A2B"/>
                </a:solidFill>
              </a:defRPr>
            </a:pPr>
            <a:r>
              <a:rPr sz="3000" b="1">
                <a:solidFill>
                  <a:srgbClr val="071A2B"/>
                </a:solidFill>
              </a:rPr>
              <a:t>Three ideas build one stronger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06B7E-47AF-4D1A-9A6E-8B452C52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B9D7B-1F33-44B5-9D50-B9F70728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Algorithms are ordered solutions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64750-94AB-43C0-867F-51A6816D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Clear finite steps let another person trace the intended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ACAF2-6474-4099-BC18-99A0B2F1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5F3D8-5C86-407B-A05E-5A2ECEFE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Pseudocode keeps focus on logic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B6D25-54FB-43CE-A60E-30F88250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Structured plain language exposes sequence and decisions.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164F5-3DB7-4081-8880-9C98EE18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50517-C85C-4485-91D3-D49F1C02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Flowcharts show alternative paths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691E1-F981-4F80-855D-5C134500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A decision diamond needs labelled true and false branches.</a:t>
            </a:r>
          </a:p>
        </p:txBody>
      </p:sp>
    </p:spTree>
    <p:extLst>
      <p:ext uri="{BB962C8B-B14F-4D97-AF65-F5344CB8AC3E}">
        <p14:creationId xmlns:p14="http://schemas.microsoft.com/office/powerpoint/2010/main" val="3633185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6FDF3-6369-4DAE-8CAB-0BD031AD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32A97-9CC2-44AE-9948-D3ACC8A7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3.1  ·  3/8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24D44-A064-4D1C-9350-98CBF4ED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Algorithms are ordered solutions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54D7D-B5CF-411E-84E1-6C7C5AF9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Clear finite steps let another person trace the intended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6050B-C815-440E-B24E-9B85144D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FFDE7-8B63-4293-8589-F8C4609D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CABEA-FDEA-4277-ADF2-F999BC99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36FA5-8AB8-4668-A231-9D2FC09E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FC516-57CA-4896-808F-2D7DE17C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9F1E2-923B-485A-B331-A59EF139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E0597-A0E1-406D-BC72-5BDB0E02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12819-76CB-4A85-ADD0-F2F1DAE6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4AB76-E75E-4666-BB5D-30F9D328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2988290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DEA6F-91FC-44D4-BC13-0E4BBEDB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BFA05-C1B3-4C06-90B2-7C38B55A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3.2  ·  4/8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6AEBC-9657-4EFB-A5FC-E30F9C67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Pseudocode keeps focus on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AC4DB-46ED-4FDF-BC0E-C8100955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Structured plain language exposes sequence and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77AFE-C45A-47E2-A543-98E51D9F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EC7BE-F91D-4916-8AC6-B29AA1F7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35C4C-47E2-4C45-9A5F-E8F0BC36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FA93F-3C26-403D-9799-489CA962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D8A11-79A2-4912-97A7-FC9119CA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IF / ELSE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582C3-90B2-4F94-918D-4423E24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EC642-80EE-40B9-8146-BD653421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2B401-0F73-48F3-9076-A8E8EF9E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REPEAT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25E01-48C3-48A0-9244-0A4773A4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335525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60BAF-C0D7-4B92-A329-2C96B9C5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E5AAE-59FE-40E6-BDA0-117F2110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3.3  ·  5/8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80D94-F947-45AF-9639-5D53CA27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Flowcharts show alternative paths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9CAB6-8267-4B8C-BD76-39544D00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A decision diamond needs labelled true and false branches.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A5C4B-815C-400F-8796-C1E8179F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51963-19BB-4128-AE39-058154F2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81632-5C6F-4F15-8E8C-5E7CC5C0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90DD0-74B2-4A6A-9085-011ED99B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2582A-2063-4485-BC6D-69A42AFD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B2EAE-9772-426B-86A3-A134635D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A0C29-BA72-4B79-86F9-25A16884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18072-96C8-4C80-91FA-454E0386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PATHS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7A1C3-982E-4D9B-AB55-6F3C170D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0660379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33B08-621F-497A-917E-50E5D50A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A5065-2528-4621-948A-1556997F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LEARNING CHECK  ·  6/8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C64D7-77E5-4018-8EA4-966A0555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A2B"/>
                </a:solidFill>
              </a:defRPr>
            </a:pPr>
            <a:r>
              <a:rPr sz="2850" b="1">
                <a:solidFill>
                  <a:srgbClr val="071A2B"/>
                </a:solidFill>
              </a:rPr>
              <a:t>Retrieve before you return to the website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A559B-936E-491B-8DF7-D014A27E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DFA08-FE7F-4DE8-A718-656A9561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What makes a step unambiguous?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E8757-6D04-489C-9115-9A4A6896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9D4E3-527C-43C7-A50C-553B24FA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Why is pseudocode not Arduino syntax?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74BEC-D312-4688-9F94-2E8255A4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172CC-B700-4270-B1D2-1663656F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Which flowchart shape contains a condition?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AE779-BB4A-4587-BDFE-4DD906F8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76FE2-A692-47DC-AD0F-B8406200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How do you dry-run both branches?</a:t>
            </a:r>
          </a:p>
        </p:txBody>
      </p:sp>
    </p:spTree>
    <p:extLst>
      <p:ext uri="{BB962C8B-B14F-4D97-AF65-F5344CB8AC3E}">
        <p14:creationId xmlns:p14="http://schemas.microsoft.com/office/powerpoint/2010/main" val="10769507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25131-301A-4EE5-927F-F878E869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7F01A-E336-4E45-A36A-8D5D386C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WRITTEN RESPONSE  ·  7/8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80334-59AA-4696-8CC7-428F78E0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Read → Select → Explain →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AACE9-F4A9-40B0-8138-E4B33B8E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9B0A4-C883-42A5-95A1-532A6512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READ THE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ADD78-24E4-4935-9AEE-DFE63959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142EC-A0DC-40DF-864B-5E609200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6110E-E6E9-4476-909A-F2769CDF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SELECT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9B582-091A-4310-A22F-BAF4307D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263E3-2FB7-401C-9F70-A3595DA4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5796B-BB7D-4D99-808B-0F9BCE9B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EXPLAIN +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31FEC-4833-4603-823E-76AB3EAC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B84D"/>
                </a:solidFill>
              </a:defRPr>
            </a:pPr>
            <a:r>
              <a:rPr sz="1875" b="1">
                <a:solidFill>
                  <a:srgbClr val="FFB84D"/>
                </a:solidFill>
              </a:rPr>
              <a:t>Sentence frame: The evidence shows… because… therefore…</a:t>
            </a:r>
          </a:p>
        </p:txBody>
      </p:sp>
    </p:spTree>
    <p:extLst>
      <p:ext uri="{BB962C8B-B14F-4D97-AF65-F5344CB8AC3E}">
        <p14:creationId xmlns:p14="http://schemas.microsoft.com/office/powerpoint/2010/main" val="732623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60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501B0-82C8-4493-8B1C-C5D0EDEA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8BDC5-E8DA-4FC9-BA81-DC58DFB7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EXIT TICKET  ·  8/8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8635B-97E8-4EC1-BBD4-5A0FAFD7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Prove the idea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4DF9D-9775-4A0E-903A-9620E623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Turn one alarm rule into pseudocode.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78215-4583-4E7E-B0AA-9BD3004A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3F2F8"/>
                </a:solidFill>
              </a:defRPr>
            </a:pPr>
            <a:r>
              <a:rPr sz="1650" b="0">
                <a:solidFill>
                  <a:srgbClr val="D3F2F8"/>
                </a:solidFill>
              </a:rPr>
              <a:t>Then open the linked project activity and save one specific piece of evidence.</a:t>
            </a:r>
          </a:p>
        </p:txBody>
      </p:sp>
    </p:spTree>
    <p:extLst>
      <p:ext uri="{BB962C8B-B14F-4D97-AF65-F5344CB8AC3E}">
        <p14:creationId xmlns:p14="http://schemas.microsoft.com/office/powerpoint/2010/main" val="580829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2026-08-10T16:17:59.0710000Z</dcterms:created>
  <dcterms:modified xsi:type="dcterms:W3CDTF">2026-08-10T16:17:59.0710000Z</dcterms:modified>
</coreProperties>
</file>